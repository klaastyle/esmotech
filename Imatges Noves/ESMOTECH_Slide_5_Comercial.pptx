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66" y="9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880acd06-e7e7-4aef-85b2-bb5a3f39f88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Albert Canyellas</dc:creator>
  <cp:keywords/>
  <dc:description>generated using python-pptx</dc:description>
  <cp:lastModifiedBy>albert cañellas colomer</cp:lastModifiedBy>
  <cp:revision>1</cp:revision>
  <dcterms:created xsi:type="dcterms:W3CDTF">2013-01-27T09:14:16Z</dcterms:created>
  <dcterms:modified xsi:type="dcterms:W3CDTF">2026-07-13T07:48:29Z</dcterms:modified>
  <cp:category/>
</cp:coreProperties>
</file>