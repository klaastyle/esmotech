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detallen els serveis d’afilat que ofereix l’empresa, amb èmfasi en les necessitats específiques del sector alimentari. Es fa èmfasi en la importància d’una eina tallant precisa per garantir l’eficiència i la seguretat, i s’explica com el servei pot ser personalitzat segons les demandes dels clients professionals.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Aquesta subapartat mostra els diferents tipus d’eines de tall que es venen, com ganivets, fulles especials i accessoris. També es posen en valor les innovacions tecnològiques aplicades als productes i com aquestes ajuden a millorar la productivitat i la seguretat dins de la indústria alimentària.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smo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2103120"/>
            <a:ext cx="411480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Barlow Condensed"/>
              </a:defRPr>
            </a:pPr>
            <a:r>
              <a:t>TECNOLOGIA · PRECISIÓ · QUALITAT · SERVEI</a:t>
            </a:r>
          </a:p>
          <a:p>
            <a:pPr algn="ctr">
              <a:spcBef>
                <a:spcPts val="800"/>
              </a:spcBef>
              <a:defRPr sz="1300">
                <a:solidFill>
                  <a:srgbClr val="9AABB8"/>
                </a:solidFill>
                <a:latin typeface="Inter"/>
              </a:defRPr>
            </a:pPr>
            <a:r>
              <a:t>ESMOTECH2026 SL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AABB8"/>
                </a:solidFill>
                <a:latin typeface="Inter"/>
              </a:defRPr>
            </a:pPr>
            <a:r>
              <a:t>ESMOTECH  |  TECNOLOGIA, PRECISIÓ, QUALITAT I SERVEI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9A84C"/>
                </a:solidFill>
                <a:latin typeface="Inter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9A84C"/>
                </a:solidFill>
                <a:latin typeface="Barlow Condensed"/>
              </a:defRPr>
            </a:pPr>
            <a:r>
              <a:t>QUI SOM  ·  QUE FEM  ·  COM HO FEM</a:t>
            </a:r>
          </a:p>
          <a:p>
            <a:pPr>
              <a:spcBef>
                <a:spcPts val="400"/>
              </a:spcBef>
              <a:defRPr sz="1300">
                <a:solidFill>
                  <a:srgbClr val="9AABB8"/>
                </a:solidFill>
                <a:latin typeface="Inter"/>
              </a:defRPr>
            </a:pPr>
            <a:r>
              <a:t>Garantia de servei i assessorament industrial tècnic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3383280" cy="384048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Barlow Condensed"/>
              </a:defRPr>
            </a:pPr>
            <a:r>
              <a:t>QUI SOM</a:t>
            </a:r>
          </a:p>
          <a:p>
            <a:pPr>
              <a:spcBef>
                <a:spcPts val="12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Empresa de nova creació, però amb una dilatada experiència en el sector alimentari, el qual ens permet ser una garantia per als nostres clients.</a:t>
            </a:r>
            <a:br/>
            <a:br/>
            <a:r>
              <a:t>La il·lusió que hem posat en aquest projecte i el saber entendre totes les particularitats i necessitats d'un sector essencial ens avala.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384048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Barlow Condensed"/>
              </a:defRPr>
            </a:pPr>
            <a:r>
              <a:t>QUÈ FEM</a:t>
            </a:r>
          </a:p>
          <a:p>
            <a:pPr>
              <a:spcBef>
                <a:spcPts val="12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Oferim un servei tècnic especialitzat i el subministrament d'eines de tall industrials de màxim rendiment.</a:t>
            </a:r>
            <a:br/>
            <a:br/>
            <a:r>
              <a:t>Realitzem l'esmolat professional de tot tipus de ganivetes industrials alimentàries. Disposem del nostre propi centre d'esmolats amb personal altament qualificat.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645920"/>
            <a:ext cx="3383280" cy="384048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Barlow Condensed"/>
              </a:defRPr>
            </a:pPr>
            <a:r>
              <a:t>COM HO FEM</a:t>
            </a:r>
          </a:p>
          <a:p>
            <a:pPr>
              <a:spcBef>
                <a:spcPts val="12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Garantim la qualitat de materials i angles de tall originals per evitar aturades.</a:t>
            </a:r>
            <a:br/>
            <a:br/>
            <a:r>
              <a:t>Oferim assessorament in-situ per optimitzar els processos de tall, reduir minves de producte i allargar la vida útil.</a:t>
            </a:r>
            <a:br/>
            <a:br/>
            <a:r>
              <a:t>Mantenim estocs pactats per suplir urgències en menys de 24 hores.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AABB8"/>
                </a:solidFill>
                <a:latin typeface="Inter"/>
              </a:defRPr>
            </a:pPr>
            <a:r>
              <a:t>ESMOTECH  |  TECNOLOGIA, PRECISIÓ, QUALITAT I SERVEI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9A84C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9A84C"/>
                </a:solidFill>
                <a:latin typeface="Barlow Condensed"/>
              </a:defRPr>
            </a:pPr>
            <a:r>
              <a:t>SERVEIS D'ESMOLATS ESPECIALITZATS PER A LA INDÚSTRIA ALIMENTÀRIA</a:t>
            </a:r>
          </a:p>
          <a:p>
            <a:pPr>
              <a:spcBef>
                <a:spcPts val="400"/>
              </a:spcBef>
              <a:defRPr sz="1300">
                <a:solidFill>
                  <a:srgbClr val="9AABB8"/>
                </a:solidFill>
                <a:latin typeface="Inter"/>
              </a:defRPr>
            </a:pPr>
            <a:r>
              <a:t>Rendiment constant, precisió mil·limètrica i durabilitat de 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9A84C"/>
                </a:solidFill>
                <a:latin typeface="Barlow Condensed"/>
              </a:defRPr>
            </a:pPr>
            <a:r>
              <a:t>⚡  SERVEIS D'ESMOLATS ESPECIALITZATS</a:t>
            </a:r>
          </a:p>
          <a:p>
            <a:pPr>
              <a:spcBef>
                <a:spcPts val="400"/>
              </a:spcBef>
              <a:defRPr sz="1150">
                <a:solidFill>
                  <a:srgbClr val="F0EFEC"/>
                </a:solidFill>
                <a:latin typeface="Inter"/>
              </a:defRPr>
            </a:pPr>
            <a:r>
              <a:t>Oferim serveis d'esmolat pensats per donar resposta a les necessitats tècniques del sector alimentari, assegurant precisió, rendiment i una qualitat constant en cada peça.</a:t>
            </a:r>
          </a:p>
          <a:p>
            <a:pPr>
              <a:spcBef>
                <a:spcPts val="1600"/>
              </a:spcBef>
              <a:defRPr sz="1600" b="1">
                <a:solidFill>
                  <a:srgbClr val="C9A84C"/>
                </a:solidFill>
                <a:latin typeface="Barlow Condensed"/>
              </a:defRPr>
            </a:pPr>
            <a:r>
              <a:t>⚡  IMPORTÀNCIA DE LA PRECISIÓ</a:t>
            </a:r>
          </a:p>
          <a:p>
            <a:pPr>
              <a:spcBef>
                <a:spcPts val="400"/>
              </a:spcBef>
              <a:defRPr sz="1150">
                <a:solidFill>
                  <a:srgbClr val="F0EFEC"/>
                </a:solidFill>
                <a:latin typeface="Inter"/>
              </a:defRPr>
            </a:pPr>
            <a:r>
              <a:t>Una eina ben esmolada és essencial per garantir eficiència, seguretat i regularitat en totes les operacions de tall. La nostra experiència assegura resultats fiables de llarga durada.</a:t>
            </a:r>
          </a:p>
          <a:p>
            <a:pPr>
              <a:spcBef>
                <a:spcPts val="1600"/>
              </a:spcBef>
              <a:defRPr sz="1600" b="1">
                <a:solidFill>
                  <a:srgbClr val="C9A84C"/>
                </a:solidFill>
                <a:latin typeface="Barlow Condensed"/>
              </a:defRPr>
            </a:pPr>
            <a:r>
              <a:t>⚡  PERSONALITZACIÓ DEL SERVEI</a:t>
            </a:r>
          </a:p>
          <a:p>
            <a:pPr>
              <a:spcBef>
                <a:spcPts val="400"/>
              </a:spcBef>
              <a:defRPr sz="1150">
                <a:solidFill>
                  <a:srgbClr val="F0EFEC"/>
                </a:solidFill>
                <a:latin typeface="Inter"/>
              </a:defRPr>
            </a:pPr>
            <a:r>
              <a:t>Adaptem els nostres esmolats a les necessitats específiques de cada client, optimitzant el rendiment, durabilitat i funcionament de les eines per obtenir el màxim resultat en producció.</a:t>
            </a:r>
          </a:p>
        </p:txBody>
      </p:sp>
      <p:pic>
        <p:nvPicPr>
          <p:cNvPr id="4" name="Picture 3" descr="hero-sharpe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4937760"/>
            <a:ext cx="5486400" cy="100584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502920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   +15 ANYS EXPERIÈNCIA   |   +5.000 GANIVETES / ANY   |   100% GARANTIT</a:t>
            </a:r>
          </a:p>
          <a:p>
            <a:pPr algn="ctr">
              <a:spcBef>
                <a:spcPts val="400"/>
              </a:spcBef>
              <a:defRPr sz="1000">
                <a:solidFill>
                  <a:srgbClr val="9AABB8"/>
                </a:solidFill>
                <a:latin typeface="Inter"/>
              </a:defRPr>
            </a:pPr>
            <a:r>
              <a:t>Assessorament tècnic in-situ i programes de prevenció de minves de tall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AABB8"/>
                </a:solidFill>
                <a:latin typeface="Inter"/>
              </a:defRPr>
            </a:pPr>
            <a:r>
              <a:t>ESMOTECH  |  TECNOLOGIA, PRECISIÓ, QUALITAT I SERVEI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9A84C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9A84C"/>
                </a:solidFill>
                <a:latin typeface="Barlow Condensed"/>
              </a:defRPr>
            </a:pPr>
            <a:r>
              <a:t>ESMOLEM I RECTIFIQUEM</a:t>
            </a:r>
          </a:p>
          <a:p>
            <a:pPr>
              <a:spcBef>
                <a:spcPts val="400"/>
              </a:spcBef>
              <a:defRPr sz="1300">
                <a:solidFill>
                  <a:srgbClr val="9AABB8"/>
                </a:solidFill>
                <a:latin typeface="Inter"/>
              </a:defRPr>
            </a:pPr>
            <a:r>
              <a:t>Manteniment multimarca de tall professional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Barlow Condensed"/>
              </a:defRPr>
            </a:pPr>
            <a:r>
              <a:t>SERVEI GLOBAL DE REAFILAT CNC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200">
                <a:solidFill>
                  <a:srgbClr val="F0EFEC"/>
                </a:solidFill>
                <a:latin typeface="Inter"/>
              </a:defRPr>
            </a:pPr>
            <a:r>
              <a:t>Esmolem i rectifiquem tot tipus de ganivets i fulles amb angles i acabats de fàbrica. La nostra maquinària d'alta tecnologia garanteix un reafilat homogeni: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0EFEC"/>
                </a:solidFill>
                <a:latin typeface="Inter"/>
              </a:defRPr>
            </a:pPr>
            <a:r>
              <a:t>✓  Ganivets / Tisores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Plaques / Ganivetes de picar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Ganivetes de Cutter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Cuchilles de Txuleteres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92608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0EFEC"/>
                </a:solidFill>
                <a:latin typeface="Inter"/>
              </a:defRPr>
            </a:pPr>
            <a:r>
              <a:t>✓  Llescadores / Slicers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Talla-fiambres i formatges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Ganivetes de Culanes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Serres circulars i evolutives</a:t>
            </a:r>
          </a:p>
        </p:txBody>
      </p:sp>
      <p:pic>
        <p:nvPicPr>
          <p:cNvPr id="6" name="Picture 5" descr="hero-blades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AABB8"/>
                </a:solidFill>
                <a:latin typeface="Inter"/>
              </a:defRPr>
            </a:pPr>
            <a:r>
              <a:t>ESMOTECH  |  TECNOLOGIA, PRECISIÓ, QUALITAT I SERVEI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9A84C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9A84C"/>
                </a:solidFill>
                <a:latin typeface="Barlow Condensed"/>
              </a:defRPr>
            </a:pPr>
            <a:r>
              <a:t>GAMMA DE PRODUCTES DE TALL I SOLUCIONS INNOVADORES</a:t>
            </a:r>
          </a:p>
          <a:p>
            <a:pPr>
              <a:spcBef>
                <a:spcPts val="400"/>
              </a:spcBef>
              <a:defRPr sz="1300">
                <a:solidFill>
                  <a:srgbClr val="9AABB8"/>
                </a:solidFill>
                <a:latin typeface="Inter"/>
              </a:defRPr>
            </a:pPr>
            <a:r>
              <a:t>Materials i geometries adaptades a cada aplicació agroalimentària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9A84C"/>
                </a:solidFill>
                <a:latin typeface="Barlow Condensed"/>
              </a:defRPr>
            </a:pPr>
            <a:r>
              <a:t>⚡  TIPUS D'EINES DE TALL</a:t>
            </a:r>
          </a:p>
          <a:p>
            <a:pPr>
              <a:spcBef>
                <a:spcPts val="400"/>
              </a:spcBef>
              <a:defRPr sz="1150">
                <a:solidFill>
                  <a:srgbClr val="F0EFEC"/>
                </a:solidFill>
                <a:latin typeface="Inter"/>
              </a:defRPr>
            </a:pPr>
            <a:r>
              <a:t>Oferim tot tipus de ganivetes i accessoris dissenyats per cobrir totes les necessitats de tall dins la indústria alimentària, amb materials i geometries adaptades a cada aplicació específica.</a:t>
            </a:r>
          </a:p>
          <a:p>
            <a:pPr>
              <a:spcBef>
                <a:spcPts val="1600"/>
              </a:spcBef>
              <a:defRPr sz="1600" b="1">
                <a:solidFill>
                  <a:srgbClr val="C9A84C"/>
                </a:solidFill>
                <a:latin typeface="Barlow Condensed"/>
              </a:defRPr>
            </a:pPr>
            <a:r>
              <a:t>⚡  INNOVACIONS TECNOLÒGIQUES</a:t>
            </a:r>
          </a:p>
          <a:p>
            <a:pPr>
              <a:spcBef>
                <a:spcPts val="400"/>
              </a:spcBef>
              <a:defRPr sz="1150">
                <a:solidFill>
                  <a:srgbClr val="F0EFEC"/>
                </a:solidFill>
                <a:latin typeface="Inter"/>
              </a:defRPr>
            </a:pPr>
            <a:r>
              <a:t>Les nostres innovacions en tecnologia aplicada als productes de tall augmenten significativament la productivitat de la línia i milloren la seguretat dels operaris.</a:t>
            </a:r>
          </a:p>
          <a:p>
            <a:pPr>
              <a:spcBef>
                <a:spcPts val="1600"/>
              </a:spcBef>
              <a:defRPr sz="1600" b="1">
                <a:solidFill>
                  <a:srgbClr val="C9A84C"/>
                </a:solidFill>
                <a:latin typeface="Barlow Condensed"/>
              </a:defRPr>
            </a:pPr>
            <a:r>
              <a:t>⚡  MILLORA DE PRODUCTIVITAT I SEGURETAT</a:t>
            </a:r>
          </a:p>
          <a:p>
            <a:pPr>
              <a:spcBef>
                <a:spcPts val="400"/>
              </a:spcBef>
              <a:defRPr sz="1150">
                <a:solidFill>
                  <a:srgbClr val="F0EFEC"/>
                </a:solidFill>
                <a:latin typeface="Inter"/>
              </a:defRPr>
            </a:pPr>
            <a:r>
              <a:t>Les nostres solucions ajuden a optimitzar els processos de treball, reduint riscos en la manipulació i aportant un tall molt més estable, segur, silenciós i eficient.</a:t>
            </a:r>
          </a:p>
        </p:txBody>
      </p:sp>
      <p:pic>
        <p:nvPicPr>
          <p:cNvPr id="4" name="Picture 3" descr="hero-saw-bl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AABB8"/>
                </a:solidFill>
                <a:latin typeface="Inter"/>
              </a:defRPr>
            </a:pPr>
            <a:r>
              <a:t>ESMOTECH  |  TECNOLOGIA, PRECISIÓ, QUALITAT I SERVEI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9A84C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9A84C"/>
                </a:solidFill>
                <a:latin typeface="Barlow Condensed"/>
              </a:defRPr>
            </a:pPr>
            <a:r>
              <a:t>PRODUCCIÓ I SUBMINISTRAMENT DE GANIVETES</a:t>
            </a:r>
          </a:p>
          <a:p>
            <a:pPr>
              <a:spcBef>
                <a:spcPts val="400"/>
              </a:spcBef>
              <a:defRPr sz="1300">
                <a:solidFill>
                  <a:srgbClr val="9AABB8"/>
                </a:solidFill>
                <a:latin typeface="Inter"/>
              </a:defRPr>
            </a:pPr>
            <a:r>
              <a:t>Fabricació a mida i comercialització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Barlow Condensed"/>
              </a:defRPr>
            </a:pPr>
            <a:r>
              <a:t>DISSENY I COMERCIALITZACIÓ DE SOLUCIONS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200">
                <a:solidFill>
                  <a:srgbClr val="F0EFEC"/>
                </a:solidFill>
                <a:latin typeface="Inter"/>
              </a:defRPr>
            </a:pPr>
            <a:r>
              <a:t>Subministrem tot tipus de productes per al tall alimentari, fabricats amb els estàndards alemanys més elevats d'higiene i durabilitat:</a:t>
            </a:r>
          </a:p>
          <a:p>
            <a:pPr>
              <a:spcBef>
                <a:spcPts val="15000"/>
              </a:spcBef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📐  Podem fabricar segons plànol, plànol CAD o mostra física del client.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0EFEC"/>
                </a:solidFill>
                <a:latin typeface="Inter"/>
              </a:defRPr>
            </a:pPr>
            <a:r>
              <a:t>✓  Serra Cinta industrial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Ganivetes Descotnar (Skinners)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Plaques i ganivetes de picadora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Ganivetes de Cutter en acer D2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92608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0EFEC"/>
                </a:solidFill>
                <a:latin typeface="Inter"/>
              </a:defRPr>
            </a:pPr>
            <a:r>
              <a:t>✓  Ganivetes de Llescadores (Slicers)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Ganivetes de Culanes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Discs circulars i microdentats</a:t>
            </a:r>
          </a:p>
          <a:p>
            <a:pPr>
              <a:spcBef>
                <a:spcPts val="10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✓  Eines de tall a mida</a:t>
            </a:r>
          </a:p>
        </p:txBody>
      </p:sp>
      <p:pic>
        <p:nvPicPr>
          <p:cNvPr id="6" name="Picture 5" descr="hero-industrial-kni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AABB8"/>
                </a:solidFill>
                <a:latin typeface="Inter"/>
              </a:defRPr>
            </a:pPr>
            <a:r>
              <a:t>ESMOTECH  |  TECNOLOGIA, PRECISIÓ, QUALITAT I SERVEI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9A84C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9A84C"/>
                </a:solidFill>
                <a:latin typeface="Barlow Condensed"/>
              </a:defRPr>
            </a:pPr>
            <a:r>
              <a:t>TECNOLOGIA I INSTAL·LACIONS</a:t>
            </a:r>
          </a:p>
          <a:p>
            <a:pPr>
              <a:spcBef>
                <a:spcPts val="400"/>
              </a:spcBef>
              <a:defRPr sz="1300">
                <a:solidFill>
                  <a:srgbClr val="9AABB8"/>
                </a:solidFill>
                <a:latin typeface="Inter"/>
              </a:defRPr>
            </a:pPr>
            <a:r>
              <a:t>Equipament CNC d'última generació en el nostre taller d'esmolat</a:t>
            </a:r>
          </a:p>
        </p:txBody>
      </p:sp>
      <p:pic>
        <p:nvPicPr>
          <p:cNvPr id="3" name="Picture 2" descr="temp_slide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474720" cy="2926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CENTRE D'ESMOLAT CONTROL CNC</a:t>
            </a:r>
          </a:p>
          <a:p>
            <a:pPr algn="ctr">
              <a:spcBef>
                <a:spcPts val="200"/>
              </a:spcBef>
              <a:defRPr sz="1000">
                <a:solidFill>
                  <a:srgbClr val="F0EFEC"/>
                </a:solidFill>
                <a:latin typeface="Inter"/>
              </a:defRPr>
            </a:pPr>
            <a:r>
              <a:t>Cicles automatitzats de reafilat d'eines que mantenen angles exactes de fàbrica.</a:t>
            </a:r>
          </a:p>
        </p:txBody>
      </p:sp>
      <p:pic>
        <p:nvPicPr>
          <p:cNvPr id="6" name="Picture 5" descr="temp_slide7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828800"/>
            <a:ext cx="3474720" cy="2926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97680" y="4846320"/>
            <a:ext cx="3474720" cy="9144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4937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MAQUINÀRIA COMPATIBLE MULTIMARCA</a:t>
            </a:r>
          </a:p>
          <a:p>
            <a:pPr algn="ctr">
              <a:spcBef>
                <a:spcPts val="200"/>
              </a:spcBef>
              <a:defRPr sz="1000">
                <a:solidFill>
                  <a:srgbClr val="F0EFEC"/>
                </a:solidFill>
                <a:latin typeface="Inter"/>
              </a:defRPr>
            </a:pPr>
            <a:r>
              <a:t>Pautes d'acabat per a Weber Slicers, Knecht, Kneiss, CFS, GEA i Multivac.</a:t>
            </a:r>
          </a:p>
        </p:txBody>
      </p:sp>
      <p:pic>
        <p:nvPicPr>
          <p:cNvPr id="9" name="Picture 8" descr="temp_slide7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28800"/>
            <a:ext cx="347472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46720" y="4846320"/>
            <a:ext cx="3474720" cy="9144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4937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GARANTIA DE SECTOR ESSENCIAL</a:t>
            </a:r>
          </a:p>
          <a:p>
            <a:pPr algn="ctr">
              <a:spcBef>
                <a:spcPts val="200"/>
              </a:spcBef>
              <a:defRPr sz="1000">
                <a:solidFill>
                  <a:srgbClr val="F0EFEC"/>
                </a:solidFill>
                <a:latin typeface="Inter"/>
              </a:defRPr>
            </a:pPr>
            <a:r>
              <a:t>Assessorament continu in-situ per evitar temps d'aturada i mermes de material.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AABB8"/>
                </a:solidFill>
                <a:latin typeface="Inter"/>
              </a:defRPr>
            </a:pPr>
            <a:r>
              <a:t>ESMOTECH  |  TECNOLOGIA, PRECISIÓ, QUALITAT I SERVEI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9A84C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9A84C"/>
                </a:solidFill>
                <a:latin typeface="Barlow Condensed"/>
              </a:defRPr>
            </a:pPr>
            <a:r>
              <a:t>DISTRIBUIDOR OFICIAL: HAGEDORN FOODTECH</a:t>
            </a:r>
          </a:p>
          <a:p>
            <a:pPr>
              <a:spcBef>
                <a:spcPts val="400"/>
              </a:spcBef>
              <a:defRPr sz="1300">
                <a:solidFill>
                  <a:srgbClr val="9AABB8"/>
                </a:solidFill>
                <a:latin typeface="Inter"/>
              </a:defRPr>
            </a:pPr>
            <a:r>
              <a:t>Ganivetes evolutives de màxim rendiment alemany per a llescadores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0"/>
              </a:spcBef>
            </a:pPr>
          </a:p>
          <a:p>
            <a:pPr>
              <a:spcBef>
                <a:spcPts val="1200"/>
              </a:spcBef>
              <a:defRPr sz="1200">
                <a:solidFill>
                  <a:srgbClr val="F0EFEC"/>
                </a:solidFill>
                <a:latin typeface="Inter"/>
              </a:defRPr>
            </a:pPr>
            <a:r>
              <a:t>Hagedorn FoodTech és l'especialista líder en eines de tall per a la indústria alimentària. Les seves ganivetes circulars i evolutives ofereixen un alt rendiment i una vida útil molt més alta a fi de generar estalvis importants per durabilitat en la línia de processat.</a:t>
            </a:r>
          </a:p>
        </p:txBody>
      </p:sp>
      <p:pic>
        <p:nvPicPr>
          <p:cNvPr id="4" name="Picture 3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474720" cy="822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114800"/>
            <a:ext cx="2011680" cy="457200"/>
          </a:xfrm>
          <a:prstGeom prst="roundRect">
            <a:avLst/>
          </a:prstGeom>
          <a:solidFill>
            <a:srgbClr val="1214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🇩🇪  MADE IN GERMANY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63040"/>
            <a:ext cx="5486400" cy="9144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GANIVETA TRITECH  (Acer Especial de Gran Aliatge)</a:t>
            </a:r>
          </a:p>
          <a:p>
            <a:pPr>
              <a:spcBef>
                <a:spcPts val="200"/>
              </a:spcBef>
              <a:defRPr sz="1050">
                <a:solidFill>
                  <a:srgbClr val="F0EFEC"/>
                </a:solidFill>
                <a:latin typeface="Inter"/>
              </a:defRPr>
            </a:pPr>
            <a:r>
              <a:t>Per a uns estàndards d'higiene excel·lents i una precisió òptima (utilitzables en radis de 8 a 30mm).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560320"/>
            <a:ext cx="5486400" cy="9144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6517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GANIVETA LONGLIFE  (Acer per a Eines d'Alta Resistència)</a:t>
            </a:r>
          </a:p>
          <a:p>
            <a:pPr>
              <a:spcBef>
                <a:spcPts val="200"/>
              </a:spcBef>
              <a:defRPr sz="1050">
                <a:solidFill>
                  <a:srgbClr val="F0EFEC"/>
                </a:solidFill>
                <a:latin typeface="Inter"/>
              </a:defRPr>
            </a:pPr>
            <a:r>
              <a:t>Garanteix una qualitat constant de llescat, fins i tot sota càrregues i ritmes de treball sever.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657600"/>
            <a:ext cx="5486400" cy="9144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7490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GANIVETA GENESIS  (Acer de Sinterització / Pols de Metall)</a:t>
            </a:r>
          </a:p>
          <a:p>
            <a:pPr>
              <a:spcBef>
                <a:spcPts val="200"/>
              </a:spcBef>
              <a:defRPr sz="1050">
                <a:solidFill>
                  <a:srgbClr val="F0EFEC"/>
                </a:solidFill>
                <a:latin typeface="Inter"/>
              </a:defRPr>
            </a:pPr>
            <a:r>
              <a:t>Compleix els estàndards de qualitat més alts per a una vida útil màxima i menor fricció.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754880"/>
            <a:ext cx="5486400" cy="9144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REGENERACIÓ PROFESSIONAL</a:t>
            </a:r>
          </a:p>
          <a:p>
            <a:pPr>
              <a:spcBef>
                <a:spcPts val="200"/>
              </a:spcBef>
              <a:defRPr sz="1050">
                <a:solidFill>
                  <a:srgbClr val="F0EFEC"/>
                </a:solidFill>
                <a:latin typeface="Inter"/>
              </a:defRPr>
            </a:pPr>
            <a:r>
              <a:t>Procés de treball adaptat per a un reacondicionament complet: des del dentat fins al recobriment final.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AABB8"/>
                </a:solidFill>
                <a:latin typeface="Inter"/>
              </a:defRPr>
            </a:pPr>
            <a:r>
              <a:t>ESMOTECH  |  TECNOLOGIA, PRECISIÓ, QUALITAT I SERVEI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9A84C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9A84C"/>
                </a:solidFill>
                <a:latin typeface="Barlow Condensed"/>
              </a:defRPr>
            </a:pPr>
            <a:r>
              <a:t>ALTRES PRODUCTES</a:t>
            </a:r>
          </a:p>
          <a:p>
            <a:pPr>
              <a:spcBef>
                <a:spcPts val="400"/>
              </a:spcBef>
              <a:defRPr sz="1300">
                <a:solidFill>
                  <a:srgbClr val="9AABB8"/>
                </a:solidFill>
                <a:latin typeface="Inter"/>
              </a:defRPr>
            </a:pPr>
            <a:r>
              <a:t>Comercialització de consumibles i recanvis per a la llesca i tall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3383280" cy="18288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⚡  CAPÇALS TÈRMICS</a:t>
            </a:r>
          </a:p>
          <a:p>
            <a:pPr>
              <a:spcBef>
                <a:spcPts val="600"/>
              </a:spcBef>
              <a:defRPr sz="1100">
                <a:solidFill>
                  <a:srgbClr val="F0EFEC"/>
                </a:solidFill>
                <a:latin typeface="Inter"/>
              </a:defRPr>
            </a:pPr>
            <a:r>
              <a:t>Capçals d'impressió d'alta definició per a etiquetatge de pesat (Bizerba, Zebra, Honeywell, Intermec).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18288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⚡  SERRES CINTA</a:t>
            </a:r>
          </a:p>
          <a:p>
            <a:pPr>
              <a:spcBef>
                <a:spcPts val="600"/>
              </a:spcBef>
              <a:defRPr sz="1100">
                <a:solidFill>
                  <a:srgbClr val="F0EFEC"/>
                </a:solidFill>
                <a:latin typeface="Inter"/>
              </a:defRPr>
            </a:pPr>
            <a:r>
              <a:t>Fulles de serra cinta de qualitat excepcional per a carn, os i productes congelats (-20ºC).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645920"/>
            <a:ext cx="3383280" cy="18288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⚡  RECANVIS ESPECIALS</a:t>
            </a:r>
          </a:p>
          <a:p>
            <a:pPr>
              <a:spcBef>
                <a:spcPts val="600"/>
              </a:spcBef>
              <a:defRPr sz="1100">
                <a:solidFill>
                  <a:srgbClr val="F0EFEC"/>
                </a:solidFill>
                <a:latin typeface="Inter"/>
              </a:defRPr>
            </a:pPr>
            <a:r>
              <a:t>Subministrament de recanvis i consumibles de les marques Wizard i Ibex per a esmolat.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3383280" cy="18288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1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⚡  GANIVETES TERMOFORMAT</a:t>
            </a:r>
          </a:p>
          <a:p>
            <a:pPr>
              <a:spcBef>
                <a:spcPts val="600"/>
              </a:spcBef>
              <a:defRPr sz="1100">
                <a:solidFill>
                  <a:srgbClr val="F0EFEC"/>
                </a:solidFill>
                <a:latin typeface="Inter"/>
              </a:defRPr>
            </a:pPr>
            <a:r>
              <a:t>Dissenys longitudinals, circulars i punxons de troquel (Zhaoli, Multivac, Ulma).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749039"/>
            <a:ext cx="3383280" cy="18288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1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⚡  REDIAMANTAT DE MOLES</a:t>
            </a:r>
          </a:p>
          <a:p>
            <a:pPr>
              <a:spcBef>
                <a:spcPts val="600"/>
              </a:spcBef>
              <a:defRPr sz="1100">
                <a:solidFill>
                  <a:srgbClr val="F0EFEC"/>
                </a:solidFill>
                <a:latin typeface="Inter"/>
              </a:defRPr>
            </a:pPr>
            <a:r>
              <a:t>Restauració mecànica de moles i rodes de diamant amb toleràncies microscòpiques.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749039"/>
            <a:ext cx="3383280" cy="1828800"/>
          </a:xfrm>
          <a:prstGeom prst="rect">
            <a:avLst/>
          </a:prstGeom>
          <a:solidFill>
            <a:srgbClr val="12141A"/>
          </a:solidFill>
          <a:ln w="19050">
            <a:solidFill>
              <a:srgbClr val="1E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93191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⚡  CONSUMIBLES ABRASIUS</a:t>
            </a:r>
          </a:p>
          <a:p>
            <a:pPr>
              <a:spcBef>
                <a:spcPts val="600"/>
              </a:spcBef>
              <a:defRPr sz="1100">
                <a:solidFill>
                  <a:srgbClr val="F0EFEC"/>
                </a:solidFill>
                <a:latin typeface="Inter"/>
              </a:defRPr>
            </a:pPr>
            <a:r>
              <a:t>Tot tipus de bandes d'esmolat de diferents grans, de la marca PRIMEdge i universals.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AABB8"/>
                </a:solidFill>
                <a:latin typeface="Inter"/>
              </a:defRPr>
            </a:pPr>
            <a:r>
              <a:t>ESMOTECH  |  TECNOLOGIA, PRECISIÓ, QUALITAT I SERVEI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9A84C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smo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1828800"/>
            <a:ext cx="411480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3832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9A84C"/>
                </a:solidFill>
                <a:latin typeface="Barlow Condensed"/>
              </a:defRPr>
            </a:pPr>
            <a:r>
              <a:t>EL VOSTRE PARTNER TÈCNIC DE CONFIANÇA</a:t>
            </a:r>
          </a:p>
          <a:p>
            <a:pPr algn="ctr">
              <a:spcBef>
                <a:spcPts val="800"/>
              </a:spcBef>
              <a:defRPr sz="1400">
                <a:solidFill>
                  <a:srgbClr val="F0EFEC"/>
                </a:solidFill>
                <a:latin typeface="Inter"/>
              </a:defRPr>
            </a:pPr>
            <a:r>
              <a:t>Solucions de tall i esmolat professional per a la indústria alimentària</a:t>
            </a:r>
          </a:p>
          <a:p>
            <a:pPr algn="ctr">
              <a:spcBef>
                <a:spcPts val="2400"/>
              </a:spcBef>
              <a:defRPr sz="1800" b="1">
                <a:solidFill>
                  <a:srgbClr val="C9A84C"/>
                </a:solidFill>
                <a:latin typeface="Barlow Condensed"/>
              </a:defRPr>
            </a:pPr>
            <a:r>
              <a:t>🌐  www.esmotech.com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AABB8"/>
                </a:solidFill>
                <a:latin typeface="Inter"/>
              </a:defRPr>
            </a:pPr>
            <a:r>
              <a:t>ESMOTECH  |  TECNOLOGIA, PRECISIÓ, QUALITAT I SERVEI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C9A84C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