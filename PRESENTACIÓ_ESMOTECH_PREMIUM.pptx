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detallen els serveis d’afilat que ofereix l’empresa, amb èmfasi en les necessitats específiques del sector alimentari. Es fa èmfasi en la importància d’una eina tallant precisa per garantir l’eficiència i la seguretat, i s’explica com el servei pot ser personalitzat segons les demandes dels clients professionals.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Aquesta subapartat mostra els diferents tipus d’eines de tall que es venen, com ganivets, fulles especials i accessoris. També es posen en valor les innovacions tecnològiques aplicades als productes i com aquestes ajuden a millorar la productivitat i la seguretat dins de la indústria alimentària.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5752" cy="438912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1097280"/>
            <a:ext cx="926287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esmo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287" y="2011680"/>
            <a:ext cx="438912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365760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9A84C"/>
                </a:solidFill>
                <a:latin typeface="Barlow Condensed"/>
              </a:defRPr>
            </a:pPr>
            <a:r>
              <a:t>TECNOLOGIA  ·  PRECISIÓ  ·  QUALITAT  ·  SERVEI</a:t>
            </a:r>
          </a:p>
          <a:p>
            <a:pPr algn="ctr">
              <a:spcBef>
                <a:spcPts val="800"/>
              </a:spcBef>
              <a:defRPr sz="1200">
                <a:solidFill>
                  <a:srgbClr val="8C9BAA"/>
                </a:solidFill>
                <a:latin typeface="Inter"/>
              </a:defRPr>
            </a:pPr>
            <a:r>
              <a:t>PRESENTACIÓ CORPORATIVA TÈCNICA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F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SOLUCIONS TÈCNIQUES DE TALL I ESMOLAT ALIMENTARI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[  PRESENTACIÓ EMPRESA 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2F5"/>
                </a:solidFill>
                <a:latin typeface="Barlow Condensed"/>
              </a:defRPr>
            </a:pPr>
            <a:r>
              <a:t>QUI SOM  ·  QUE FEM  ·  COM HO FEM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429768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2918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9A84C"/>
                </a:solidFill>
                <a:latin typeface="Barlow Condensed"/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2000" b="1">
                <a:solidFill>
                  <a:srgbClr val="F0F2F5"/>
                </a:solidFill>
                <a:latin typeface="Barlow Condensed"/>
              </a:defRPr>
            </a:pPr>
            <a:r>
              <a:t>QUI SOM</a:t>
            </a:r>
          </a:p>
          <a:p>
            <a:pPr>
              <a:spcBef>
                <a:spcPts val="1200"/>
              </a:spcBef>
              <a:defRPr sz="1150">
                <a:solidFill>
                  <a:srgbClr val="8C9BAA"/>
                </a:solidFill>
                <a:latin typeface="Inter"/>
              </a:defRPr>
            </a:pPr>
            <a:r>
              <a:t>Empresa de nova creació amb una dilatada experiència en el sector alimentari, la qual cosa ens permet ser una garantia per als nostres clients.</a:t>
            </a:r>
            <a:br/>
            <a:br/>
            <a:r>
              <a:t>La il·lusió en aquest projecte i el saber entendre totes les particularitats i necessitats d'un sector essencial ens avala completament.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463040"/>
            <a:ext cx="3474720" cy="429768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43984" y="1463040"/>
            <a:ext cx="32918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16916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9A84C"/>
                </a:solidFill>
                <a:latin typeface="Barlow Condensed"/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2000" b="1">
                <a:solidFill>
                  <a:srgbClr val="F0F2F5"/>
                </a:solidFill>
                <a:latin typeface="Barlow Condensed"/>
              </a:defRPr>
            </a:pPr>
            <a:r>
              <a:t>QUÈ FEM</a:t>
            </a:r>
          </a:p>
          <a:p>
            <a:pPr>
              <a:spcBef>
                <a:spcPts val="1200"/>
              </a:spcBef>
              <a:defRPr sz="1150">
                <a:solidFill>
                  <a:srgbClr val="8C9BAA"/>
                </a:solidFill>
                <a:latin typeface="Inter"/>
              </a:defRPr>
            </a:pPr>
            <a:r>
              <a:t>Oferim un servei tècnic especialitzat i el subministrament d'eines de tall industrials de màxim rendiment.</a:t>
            </a:r>
            <a:br/>
            <a:br/>
            <a:r>
              <a:t>Realitzem l'esmolat professional de tot tipus de ganivetes industrials alimentàries en el nostre centre d'esmolats propi amb personal altament qualificat.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1463040"/>
            <a:ext cx="3474720" cy="429768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57032" y="1463040"/>
            <a:ext cx="32918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6916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9A84C"/>
                </a:solidFill>
                <a:latin typeface="Barlow Condensed"/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2000" b="1">
                <a:solidFill>
                  <a:srgbClr val="F0F2F5"/>
                </a:solidFill>
                <a:latin typeface="Barlow Condensed"/>
              </a:defRPr>
            </a:pPr>
            <a:r>
              <a:t>COM HO FEM</a:t>
            </a:r>
          </a:p>
          <a:p>
            <a:pPr>
              <a:spcBef>
                <a:spcPts val="1200"/>
              </a:spcBef>
              <a:defRPr sz="1150">
                <a:solidFill>
                  <a:srgbClr val="8C9BAA"/>
                </a:solidFill>
                <a:latin typeface="Inter"/>
              </a:defRPr>
            </a:pPr>
            <a:r>
              <a:t>Garantim la qualitat de materials i angles de tall originals per evitar temps d'aturada.</a:t>
            </a:r>
            <a:br/>
            <a:br/>
            <a:r>
              <a:t>Oferim assessorament in-situ per optimitzar els processos de tall, reduir minves de producte i allargar la vida útil.</a:t>
            </a:r>
            <a:br/>
            <a:br/>
            <a:r>
              <a:t>Mantenim estocs pactats per suplir urgències en menys de 24 hores.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F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SOLUCIONS TÈCNIQUES DE TALL I ESMOLAT ALIMENTARI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[  SERVEI TÈCNIC CNC 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2F5"/>
                </a:solidFill>
                <a:latin typeface="Barlow Condensed"/>
              </a:defRPr>
            </a:pPr>
            <a:r>
              <a:t>SERVEIS D'ESMOLATS ESPECIALITZATS PER A LA INDÚSTRIA ALIMENTÀRIA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29768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1206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01.  SERVEIS D'ESMOLATS ESPECIALITZATS</a:t>
            </a:r>
          </a:p>
          <a:p>
            <a:pPr>
              <a:spcBef>
                <a:spcPts val="400"/>
              </a:spcBef>
              <a:defRPr sz="1100">
                <a:solidFill>
                  <a:srgbClr val="F0F2F5"/>
                </a:solidFill>
                <a:latin typeface="Inter"/>
              </a:defRPr>
            </a:pPr>
            <a:r>
              <a:t>Oferim serveis d'esmolat pensats per donar resposta a les necessitats tècniques del sector alimentari, assegurant precisió, rendiment i una qualitat constant en cada peça.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02.  IMPORTÀNCIA DE LA PRECISIÓ</a:t>
            </a:r>
          </a:p>
          <a:p>
            <a:pPr>
              <a:spcBef>
                <a:spcPts val="400"/>
              </a:spcBef>
              <a:defRPr sz="1100">
                <a:solidFill>
                  <a:srgbClr val="F0F2F5"/>
                </a:solidFill>
                <a:latin typeface="Inter"/>
              </a:defRPr>
            </a:pPr>
            <a:r>
              <a:t>Una eina ben esmolada és essencial per garantir eficiència, seguretat i regularitat en totes les operacions de tall. La nostra experiència assegura resultats fiables de llarga durada.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03.  PERSONALITZACIÓ DEL SERVEI</a:t>
            </a:r>
          </a:p>
          <a:p>
            <a:pPr>
              <a:spcBef>
                <a:spcPts val="400"/>
              </a:spcBef>
              <a:defRPr sz="1100">
                <a:solidFill>
                  <a:srgbClr val="F0F2F5"/>
                </a:solidFill>
                <a:latin typeface="Inter"/>
              </a:defRPr>
            </a:pPr>
            <a:r>
              <a:t>Adaptem els nostres esmolats a les necessitats específiques de cada client, optimitzant el rendiment, durabilitat i funcionament de les eines per obtenir el màxim resultat en producció.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310896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talog_img_1_page_1_img_1_1806x215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5212080" cy="3017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4709160"/>
            <a:ext cx="5303520" cy="105156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4709160"/>
            <a:ext cx="51206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800600"/>
            <a:ext cx="51206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+15 ANYS EXPERIÈNCIA   |   +5.000 GANIVETES/ANY   |   100% GARANTIT</a:t>
            </a:r>
          </a:p>
          <a:p>
            <a:pPr algn="ctr">
              <a:spcBef>
                <a:spcPts val="400"/>
              </a:spcBef>
              <a:defRPr sz="1000">
                <a:solidFill>
                  <a:srgbClr val="8C9BAA"/>
                </a:solidFill>
                <a:latin typeface="Inter"/>
              </a:defRPr>
            </a:pPr>
            <a:r>
              <a:t>Assessorament tècnic in-situ i programes de prevenció de minves de tall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F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SOLUCIONS TÈCNIQUES DE TALL I ESMOLAT ALIMENTARI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[  REAFILAT MULTIMARCA 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2F5"/>
                </a:solidFill>
                <a:latin typeface="Barlow Condensed"/>
              </a:defRPr>
            </a:pPr>
            <a:r>
              <a:t>ESMOLEM I RECTIFIQUEM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29768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1206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84C"/>
                </a:solidFill>
                <a:latin typeface="Barlow Condensed"/>
              </a:defRPr>
            </a:pPr>
            <a:r>
              <a:t>SERVEI GLOBAL DE REAFILAT CNC</a:t>
            </a:r>
          </a:p>
          <a:p>
            <a:pPr>
              <a:spcBef>
                <a:spcPts val="600"/>
              </a:spcBef>
              <a:defRPr sz="1150">
                <a:solidFill>
                  <a:srgbClr val="8C9BAA"/>
                </a:solidFill>
                <a:latin typeface="Inter"/>
              </a:defRPr>
            </a:pPr>
            <a:r>
              <a:t>Esmolem i rectifiquem tot tipus de ganivets i fulles amb angles i acabats de fàbrica. La nostra maquinària d'alta tecnologia garanteix un reafilat homogeni: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0F2F5"/>
                </a:solidFill>
                <a:latin typeface="Inter"/>
              </a:defRPr>
            </a:pPr>
            <a:r>
              <a:t>❖  Ganivets / Tisores</a:t>
            </a:r>
          </a:p>
          <a:p>
            <a:pPr>
              <a:spcBef>
                <a:spcPts val="1000"/>
              </a:spcBef>
              <a:defRPr sz="1150">
                <a:solidFill>
                  <a:srgbClr val="F0F2F5"/>
                </a:solidFill>
                <a:latin typeface="Inter"/>
              </a:defRPr>
            </a:pPr>
            <a:r>
              <a:t>❖  Plaques / Ganivetes picar</a:t>
            </a:r>
          </a:p>
          <a:p>
            <a:pPr>
              <a:spcBef>
                <a:spcPts val="1000"/>
              </a:spcBef>
              <a:defRPr sz="1150">
                <a:solidFill>
                  <a:srgbClr val="F0F2F5"/>
                </a:solidFill>
                <a:latin typeface="Inter"/>
              </a:defRPr>
            </a:pPr>
            <a:r>
              <a:t>❖  Ganivetes de Cutter</a:t>
            </a:r>
          </a:p>
          <a:p>
            <a:pPr>
              <a:spcBef>
                <a:spcPts val="1000"/>
              </a:spcBef>
              <a:defRPr sz="1150">
                <a:solidFill>
                  <a:srgbClr val="F0F2F5"/>
                </a:solidFill>
                <a:latin typeface="Inter"/>
              </a:defRPr>
            </a:pPr>
            <a:r>
              <a:t>❖  Cuchilles de Txuleteres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01752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0F2F5"/>
                </a:solidFill>
                <a:latin typeface="Inter"/>
              </a:defRPr>
            </a:pPr>
            <a:r>
              <a:t>❖  Llescadores / Slicers</a:t>
            </a:r>
          </a:p>
          <a:p>
            <a:pPr>
              <a:spcBef>
                <a:spcPts val="1000"/>
              </a:spcBef>
              <a:defRPr sz="1150">
                <a:solidFill>
                  <a:srgbClr val="F0F2F5"/>
                </a:solidFill>
                <a:latin typeface="Inter"/>
              </a:defRPr>
            </a:pPr>
            <a:r>
              <a:t>❖  Talla-fiambres i formatges</a:t>
            </a:r>
          </a:p>
          <a:p>
            <a:pPr>
              <a:spcBef>
                <a:spcPts val="1000"/>
              </a:spcBef>
              <a:defRPr sz="1150">
                <a:solidFill>
                  <a:srgbClr val="F0F2F5"/>
                </a:solidFill>
                <a:latin typeface="Inter"/>
              </a:defRPr>
            </a:pPr>
            <a:r>
              <a:t>❖  Ganivetes de Culanes</a:t>
            </a:r>
          </a:p>
          <a:p>
            <a:pPr>
              <a:spcBef>
                <a:spcPts val="1000"/>
              </a:spcBef>
              <a:defRPr sz="1150">
                <a:solidFill>
                  <a:srgbClr val="F0F2F5"/>
                </a:solidFill>
                <a:latin typeface="Inter"/>
              </a:defRPr>
            </a:pPr>
            <a:r>
              <a:t>❖  Serres circulars i evolutives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429768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talog_img_2_page_2_img_1_1245x104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5212080" cy="42062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F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SOLUCIONS TÈCNIQUES DE TALL I ESMOLAT ALIMENTARI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[  EQUIPAMENT INDUSTRIAL 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2F5"/>
                </a:solidFill>
                <a:latin typeface="Barlow Condensed"/>
              </a:defRPr>
            </a:pPr>
            <a:r>
              <a:t>GAMMA DE PRODUCTES DE TALL I SOLUCIONS INNOVADORES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29768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1206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01.  TIPUS D'EINES DE TALL</a:t>
            </a:r>
          </a:p>
          <a:p>
            <a:pPr>
              <a:spcBef>
                <a:spcPts val="400"/>
              </a:spcBef>
              <a:defRPr sz="1100">
                <a:solidFill>
                  <a:srgbClr val="F0F2F5"/>
                </a:solidFill>
                <a:latin typeface="Inter"/>
              </a:defRPr>
            </a:pPr>
            <a:r>
              <a:t>Oferim tot tipus de ganivetes i accessoris dissenyats per cobrir totes les necessitats de tall dins la indústria alimentària, amb materials i geometries adaptades a cada aplicació específica.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02.  INNOVACIONS TECNOLÒGIQUES</a:t>
            </a:r>
          </a:p>
          <a:p>
            <a:pPr>
              <a:spcBef>
                <a:spcPts val="400"/>
              </a:spcBef>
              <a:defRPr sz="1100">
                <a:solidFill>
                  <a:srgbClr val="F0F2F5"/>
                </a:solidFill>
                <a:latin typeface="Inter"/>
              </a:defRPr>
            </a:pPr>
            <a:r>
              <a:t>Les nostres innovacions en tecnologia aplicada als productes de tall augmenten significativament la productivitat de la línia i milloren la seguretat dels operaris.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03.  MILLORA DE PRODUCTIVITAT I SEGURETAT</a:t>
            </a:r>
          </a:p>
          <a:p>
            <a:pPr>
              <a:spcBef>
                <a:spcPts val="400"/>
              </a:spcBef>
              <a:defRPr sz="1100">
                <a:solidFill>
                  <a:srgbClr val="F0F2F5"/>
                </a:solidFill>
                <a:latin typeface="Inter"/>
              </a:defRPr>
            </a:pPr>
            <a:r>
              <a:t>Les nostres solucions ajuden a optimitzar els processos de treball, reduint riscos en la manipulació i aportant un tall molt més estable, segur, silenciós i eficient.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429768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talog_img_14_page_5_img_1_1230x84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5212080" cy="42062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F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SOLUCIONS TÈCNIQUES DE TALL I ESMOLAT ALIMENTARI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[  FABRICACIÓ A MIDA 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2F5"/>
                </a:solidFill>
                <a:latin typeface="Barlow Condensed"/>
              </a:defRPr>
            </a:pPr>
            <a:r>
              <a:t>PRODUCCIÓ I SUBMINISTRAMENT DE GANIVETES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29768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1206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84C"/>
                </a:solidFill>
                <a:latin typeface="Barlow Condensed"/>
              </a:defRPr>
            </a:pPr>
            <a:r>
              <a:t>DISSENY I COMERCIALITZACIÓ DE SOLUCIONS</a:t>
            </a:r>
          </a:p>
          <a:p>
            <a:pPr>
              <a:spcBef>
                <a:spcPts val="600"/>
              </a:spcBef>
              <a:defRPr sz="1150">
                <a:solidFill>
                  <a:srgbClr val="8C9BAA"/>
                </a:solidFill>
                <a:latin typeface="Inter"/>
              </a:defRPr>
            </a:pPr>
            <a:r>
              <a:t>Subministrem tot tipus de productes per al tall alimentari, fabricats amb els estàndards alemanys més elevats d'higiene i durabilitat: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2F5"/>
                </a:solidFill>
                <a:latin typeface="Inter"/>
              </a:defRPr>
            </a:pPr>
            <a:r>
              <a:t>❖  Serra Cinta industrial</a:t>
            </a:r>
          </a:p>
          <a:p>
            <a:pPr>
              <a:spcBef>
                <a:spcPts val="800"/>
              </a:spcBef>
              <a:defRPr sz="1100">
                <a:solidFill>
                  <a:srgbClr val="F0F2F5"/>
                </a:solidFill>
                <a:latin typeface="Inter"/>
              </a:defRPr>
            </a:pPr>
            <a:r>
              <a:t>❖  Ganivetes Descotnar (Skinners)</a:t>
            </a:r>
          </a:p>
          <a:p>
            <a:pPr>
              <a:spcBef>
                <a:spcPts val="800"/>
              </a:spcBef>
              <a:defRPr sz="1100">
                <a:solidFill>
                  <a:srgbClr val="F0F2F5"/>
                </a:solidFill>
                <a:latin typeface="Inter"/>
              </a:defRPr>
            </a:pPr>
            <a:r>
              <a:t>❖  Plaques i ganivetes de picadora</a:t>
            </a:r>
          </a:p>
          <a:p>
            <a:pPr>
              <a:spcBef>
                <a:spcPts val="800"/>
              </a:spcBef>
              <a:defRPr sz="1100">
                <a:solidFill>
                  <a:srgbClr val="F0F2F5"/>
                </a:solidFill>
                <a:latin typeface="Inter"/>
              </a:defRPr>
            </a:pPr>
            <a:r>
              <a:t>❖  Ganivetes de Cutter en acer D2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01752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2F5"/>
                </a:solidFill>
                <a:latin typeface="Inter"/>
              </a:defRPr>
            </a:pPr>
            <a:r>
              <a:t>❖  Ganivetes Llescadores (Slicers)</a:t>
            </a:r>
          </a:p>
          <a:p>
            <a:pPr>
              <a:spcBef>
                <a:spcPts val="800"/>
              </a:spcBef>
              <a:defRPr sz="1100">
                <a:solidFill>
                  <a:srgbClr val="F0F2F5"/>
                </a:solidFill>
                <a:latin typeface="Inter"/>
              </a:defRPr>
            </a:pPr>
            <a:r>
              <a:t>❖  Ganivetes de Culanes</a:t>
            </a:r>
          </a:p>
          <a:p>
            <a:pPr>
              <a:spcBef>
                <a:spcPts val="800"/>
              </a:spcBef>
              <a:defRPr sz="1100">
                <a:solidFill>
                  <a:srgbClr val="F0F2F5"/>
                </a:solidFill>
                <a:latin typeface="Inter"/>
              </a:defRPr>
            </a:pPr>
            <a:r>
              <a:t>❖  Discs circulars i microdentats</a:t>
            </a:r>
          </a:p>
          <a:p>
            <a:pPr>
              <a:spcBef>
                <a:spcPts val="800"/>
              </a:spcBef>
              <a:defRPr sz="1100">
                <a:solidFill>
                  <a:srgbClr val="F0F2F5"/>
                </a:solidFill>
                <a:latin typeface="Inter"/>
              </a:defRPr>
            </a:pPr>
            <a:r>
              <a:t>❖  Eines de tall a mida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029200"/>
            <a:ext cx="4846320" cy="54864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📐  FABRICACIÓ SEGONS PLÀNOL CAD O MOSTRA FÍSICA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29768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talog_img_1_page_1_img_1_1217x117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5212080" cy="4206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F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SOLUCIONS TÈCNIQUES DE TALL I ESMOLAT ALIMENTARI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[  TALLER CNC PROPI 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2F5"/>
                </a:solidFill>
                <a:latin typeface="Barlow Condensed"/>
              </a:defRPr>
            </a:pPr>
            <a:r>
              <a:t>TECNOLOGIA I INSTAL·LACIONS DEL CENTRE D'ESMOLAT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92608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slide7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3383280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526280"/>
            <a:ext cx="3474720" cy="123444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4526280"/>
            <a:ext cx="32918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61772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CENTRE D'ESMOLAT CNC</a:t>
            </a:r>
          </a:p>
          <a:p>
            <a:pPr algn="ctr">
              <a:spcBef>
                <a:spcPts val="300"/>
              </a:spcBef>
              <a:defRPr sz="1000">
                <a:solidFill>
                  <a:srgbClr val="F0F2F5"/>
                </a:solidFill>
                <a:latin typeface="Inter"/>
              </a:defRPr>
            </a:pPr>
            <a:r>
              <a:t>Cicles automatitzats de reafilat d'eines que mantenen els angles exactes de fàbrica.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463040"/>
            <a:ext cx="3474720" cy="292608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mp_slide7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508760"/>
            <a:ext cx="3383280" cy="2834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52544" y="4526280"/>
            <a:ext cx="3474720" cy="123444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3984" y="4526280"/>
            <a:ext cx="32918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461772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COMPATIBILITAT MULTIMARCA</a:t>
            </a:r>
          </a:p>
          <a:p>
            <a:pPr algn="ctr">
              <a:spcBef>
                <a:spcPts val="300"/>
              </a:spcBef>
              <a:defRPr sz="1000">
                <a:solidFill>
                  <a:srgbClr val="F0F2F5"/>
                </a:solidFill>
                <a:latin typeface="Inter"/>
              </a:defRPr>
            </a:pPr>
            <a:r>
              <a:t>Pautes d'acabat per a Weber Slicers, Knecht, Kneiss, CFS, GEA i Multivac.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65592" y="1463040"/>
            <a:ext cx="3474720" cy="292608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emp_slide7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1508760"/>
            <a:ext cx="3383280" cy="283464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165592" y="4526280"/>
            <a:ext cx="3474720" cy="123444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7032" y="4526280"/>
            <a:ext cx="32918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461772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GARANTIA DE SECTOR ESSENCIAL</a:t>
            </a:r>
          </a:p>
          <a:p>
            <a:pPr algn="ctr">
              <a:spcBef>
                <a:spcPts val="300"/>
              </a:spcBef>
              <a:defRPr sz="1000">
                <a:solidFill>
                  <a:srgbClr val="F0F2F5"/>
                </a:solidFill>
                <a:latin typeface="Inter"/>
              </a:defRPr>
            </a:pPr>
            <a:r>
              <a:t>Assessorament continu in-situ per evitar temps d'aturada i mermes de material.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F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SOLUCIONS TÈCNIQUES DE TALL I ESMOLAT ALIMENTARI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[  PARTNER OFICIAL ALEMANYA 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2F5"/>
                </a:solidFill>
                <a:latin typeface="Barlow Condensed"/>
              </a:defRPr>
            </a:pPr>
            <a:r>
              <a:t>DISTRIBUIDOR OFICIAL: HAGEDORN FOODTECH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29768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1206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3474720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5603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0F2F5"/>
                </a:solidFill>
                <a:latin typeface="Inter"/>
              </a:defRPr>
            </a:pPr>
            <a:r>
              <a:t>Hagedorn FoodTech és l'especialista líder en eines de tall per a la indústria alimentària. Les seves ganivetes circulars i evolutives ofereixen un alt rendiment i una vida útil molt més alta a fi de generar estalvis importants per durabilitat en la línia de processat.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37760"/>
            <a:ext cx="2194560" cy="457200"/>
          </a:xfrm>
          <a:prstGeom prst="roundRect">
            <a:avLst/>
          </a:prstGeom>
          <a:solidFill>
            <a:srgbClr val="12161E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🇩🇪  MADE IN GERMANY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128016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1206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GANIVETA TRITECH  (Acer Especial de Gran Aliatge)</a:t>
            </a:r>
          </a:p>
          <a:p>
            <a:pPr>
              <a:spcBef>
                <a:spcPts val="300"/>
              </a:spcBef>
              <a:defRPr sz="1050">
                <a:solidFill>
                  <a:srgbClr val="F0F2F5"/>
                </a:solidFill>
                <a:latin typeface="Inter"/>
              </a:defRPr>
            </a:pPr>
            <a:r>
              <a:t>Per a uns estàndards d'higiene excel·lents i una precisió òptima en radis de 8 a 30mm.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971800"/>
            <a:ext cx="5303520" cy="128016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971800"/>
            <a:ext cx="51206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GANIVETA LONGLIFE  (Acer per a Eines d'Alta Resistència)</a:t>
            </a:r>
          </a:p>
          <a:p>
            <a:pPr>
              <a:spcBef>
                <a:spcPts val="300"/>
              </a:spcBef>
              <a:defRPr sz="1050">
                <a:solidFill>
                  <a:srgbClr val="F0F2F5"/>
                </a:solidFill>
                <a:latin typeface="Inter"/>
              </a:defRPr>
            </a:pPr>
            <a:r>
              <a:t>Garanteix una qualitat constant de llescat, fins i tot sota càrregues i ritmes de treball sever.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303520" cy="128016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4480560"/>
            <a:ext cx="51206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6177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GANIVETA GENESIS  (Acer de Sinterització / Pols de Metall)</a:t>
            </a:r>
          </a:p>
          <a:p>
            <a:pPr>
              <a:spcBef>
                <a:spcPts val="300"/>
              </a:spcBef>
              <a:defRPr sz="1050">
                <a:solidFill>
                  <a:srgbClr val="F0F2F5"/>
                </a:solidFill>
                <a:latin typeface="Inter"/>
              </a:defRPr>
            </a:pPr>
            <a:r>
              <a:t>Compleix els estàndards de qualitat més alts per a una vida útil màxima i menor fricció.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F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SOLUCIONS TÈCNIQUES DE TALL I ESMOLAT ALIMENTARI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[  CATÀLEG DE CONSUMIBLES 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2F5"/>
                </a:solidFill>
                <a:latin typeface="Barlow Condensed"/>
              </a:defRPr>
            </a:pPr>
            <a:r>
              <a:t>ALTRES PRODUCTES I CONSUMIBLES DE TALL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10312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2918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ge_1_img_1_1288x85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1188720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65960" y="160020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CAPÇALS TÈRMICS</a:t>
            </a:r>
          </a:p>
          <a:p>
            <a:pPr>
              <a:spcBef>
                <a:spcPts val="400"/>
              </a:spcBef>
              <a:defRPr sz="1000">
                <a:solidFill>
                  <a:srgbClr val="F0F2F5"/>
                </a:solidFill>
                <a:latin typeface="Inter"/>
              </a:defRPr>
            </a:pPr>
            <a:r>
              <a:t>Capçals d'impressió Bizerba, Zebra i Honeywell.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463040"/>
            <a:ext cx="3474720" cy="210312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43984" y="1463040"/>
            <a:ext cx="32918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talog_img_14_page_5_img_1_1230x84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645920"/>
            <a:ext cx="11887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69864" y="160020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SERRES CINTA</a:t>
            </a:r>
          </a:p>
          <a:p>
            <a:pPr>
              <a:spcBef>
                <a:spcPts val="400"/>
              </a:spcBef>
              <a:defRPr sz="1000">
                <a:solidFill>
                  <a:srgbClr val="F0F2F5"/>
                </a:solidFill>
                <a:latin typeface="Inter"/>
              </a:defRPr>
            </a:pPr>
            <a:r>
              <a:t>Fulles de serra cinta per a carn, os i productes congelats.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1463040"/>
            <a:ext cx="3474720" cy="210312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57032" y="1463040"/>
            <a:ext cx="32918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talog_img_2_page_2_img_1_1245x104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645920"/>
            <a:ext cx="1188720" cy="1645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82912" y="160020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RECANVIS WIZZARD</a:t>
            </a:r>
          </a:p>
          <a:p>
            <a:pPr>
              <a:spcBef>
                <a:spcPts val="400"/>
              </a:spcBef>
              <a:defRPr sz="1000">
                <a:solidFill>
                  <a:srgbClr val="F0F2F5"/>
                </a:solidFill>
                <a:latin typeface="Inter"/>
              </a:defRPr>
            </a:pPr>
            <a:r>
              <a:t>Subministrament de recanvis i consumibles Wizzard i Ibex.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39"/>
            <a:ext cx="3474720" cy="210312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749039"/>
            <a:ext cx="32918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atalog_img_13_page_2_img_8_507x366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31919"/>
            <a:ext cx="1188720" cy="1645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965960" y="3886199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GANIVETES TERMOFORMAT</a:t>
            </a:r>
          </a:p>
          <a:p>
            <a:pPr>
              <a:spcBef>
                <a:spcPts val="400"/>
              </a:spcBef>
              <a:defRPr sz="1000">
                <a:solidFill>
                  <a:srgbClr val="F0F2F5"/>
                </a:solidFill>
                <a:latin typeface="Inter"/>
              </a:defRPr>
            </a:pPr>
            <a:r>
              <a:t>Dissenys longitudinals, circulars i punxons Zhaoli i Multivac.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2544" y="3749039"/>
            <a:ext cx="3474720" cy="210312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43984" y="3749039"/>
            <a:ext cx="32918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atalog_img_3_page_3_img_1_1245x1045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9704" y="3931919"/>
            <a:ext cx="1188720" cy="1645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69864" y="3886199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REDIAMANTAT MOLES</a:t>
            </a:r>
          </a:p>
          <a:p>
            <a:pPr>
              <a:spcBef>
                <a:spcPts val="400"/>
              </a:spcBef>
              <a:defRPr sz="1000">
                <a:solidFill>
                  <a:srgbClr val="F0F2F5"/>
                </a:solidFill>
                <a:latin typeface="Inter"/>
              </a:defRPr>
            </a:pPr>
            <a:r>
              <a:t>Restauració mecànica de moles amb toleràncies microscòpiques.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3749039"/>
            <a:ext cx="3474720" cy="210312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57032" y="3749039"/>
            <a:ext cx="32918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atalog_img_15_page_5_img_1_567x784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752" y="3931919"/>
            <a:ext cx="1188720" cy="16459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582912" y="3886199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CONSUMIBLES ABRASIUS</a:t>
            </a:r>
          </a:p>
          <a:p>
            <a:pPr>
              <a:spcBef>
                <a:spcPts val="400"/>
              </a:spcBef>
              <a:defRPr sz="1000">
                <a:solidFill>
                  <a:srgbClr val="F0F2F5"/>
                </a:solidFill>
                <a:latin typeface="Inter"/>
              </a:defRPr>
            </a:pPr>
            <a:r>
              <a:t>Bandes d'esmolat de diferents grans PRIMEdge i universals.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F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SOLUCIONS TÈCNIQUES DE TALL I ESMOLAT ALIMENTARI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5752" cy="4389120"/>
          </a:xfrm>
          <a:prstGeom prst="roundRect">
            <a:avLst/>
          </a:prstGeom>
          <a:solidFill>
            <a:srgbClr val="0E1117"/>
          </a:solidFill>
          <a:ln w="19050"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1097280"/>
            <a:ext cx="926287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esmo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287" y="1645920"/>
            <a:ext cx="438912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3200400"/>
            <a:ext cx="8531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9A84C"/>
                </a:solidFill>
                <a:latin typeface="Barlow Condensed"/>
              </a:defRPr>
            </a:pPr>
            <a:r>
              <a:t>EL VOSTRE PARTNER TÈCNIC DE CONFIANÇA</a:t>
            </a:r>
          </a:p>
          <a:p>
            <a:pPr algn="ctr">
              <a:spcBef>
                <a:spcPts val="800"/>
              </a:spcBef>
              <a:defRPr sz="1300">
                <a:solidFill>
                  <a:srgbClr val="F0F2F5"/>
                </a:solidFill>
                <a:latin typeface="Inter"/>
              </a:defRPr>
            </a:pPr>
            <a:r>
              <a:t>Solucions de tall i esmolat professional per a la indústria alimentària</a:t>
            </a:r>
          </a:p>
          <a:p>
            <a:pPr algn="ctr">
              <a:spcBef>
                <a:spcPts val="2000"/>
              </a:spcBef>
              <a:defRPr sz="1800" b="1">
                <a:solidFill>
                  <a:srgbClr val="C9A84C"/>
                </a:solidFill>
                <a:latin typeface="Barlow Condensed"/>
              </a:defRPr>
            </a:pPr>
            <a:r>
              <a:t>🌐  www.esmotech.com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F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SOLUCIONS TÈCNIQUES DE TALL I ESMOLAT ALIMENTARI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