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DOSSIER CORPORATIU I COMERCIAL 2026  |  ESMOTECH CUTTING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88FF"/>
                </a:solidFill>
              </a:defRPr>
            </a:pPr>
            <a: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914400"/>
            <a:ext cx="55778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88FF"/>
                </a:solidFill>
              </a:defRPr>
            </a:pPr>
            <a:r>
              <a:t>ESPECIALISTES EN EINES DE TALL I ESMOLAT INDUSTRIAL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115"/>
                </a:solidFill>
              </a:defRPr>
            </a:pPr>
            <a:r>
              <a:t>TECNOLOGIA AVANÇADA, MÀXIMA PRECISIÓ I SERVEI TÈCNIC INTEGRAL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Optimitzem el rendiment, reduim mermes i garantim la durabilitat en la indústria alimentària.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5720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115"/>
                </a:solidFill>
              </a:defRPr>
            </a:pPr>
            <a:r>
              <a:t>TECNOLOGIA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45720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115"/>
                </a:solidFill>
              </a:defRPr>
            </a:pPr>
            <a:r>
              <a:t>PRECISIÓ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5720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115"/>
                </a:solidFill>
              </a:defRPr>
            </a:pPr>
            <a:r>
              <a:t>QUALITAT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45720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115"/>
                </a:solidFill>
              </a:defRPr>
            </a:pPr>
            <a:r>
              <a:t>SERVEI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DOSSIER CORPORATIU I COMERCIAL 2026  |  ESMOTECH CUTTING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88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8FF"/>
                </a:solidFill>
              </a:defRPr>
            </a:pPr>
            <a:r>
              <a:t>PRESENTACIÓ DE L'EMPRESA</a:t>
            </a:r>
          </a:p>
          <a:p>
            <a:pPr>
              <a:defRPr sz="2200" b="1">
                <a:solidFill>
                  <a:srgbClr val="0F1115"/>
                </a:solidFill>
              </a:defRPr>
            </a:pPr>
            <a:r>
              <a:t>QUI SOM, QUÈ FEM I COM TREBALLEM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88FF"/>
                </a:solidFill>
              </a:defRPr>
            </a:pPr>
            <a:r>
              <a:t>01 / COMPROMÍS — QUI SOM</a:t>
            </a:r>
          </a:p>
          <a:p>
            <a:br/>
            <a:pPr>
              <a:defRPr sz="1200">
                <a:solidFill>
                  <a:srgbClr val="0F1115"/>
                </a:solidFill>
              </a:defRPr>
            </a:pPr>
            <a:r>
              <a:t>Empresa de nova creació recolzada per una dilatada experiència professional en el sector alimentari. Entenem les particularitats i necessitats d'un sector essencial i estratègic, convertint-nos en una garantia de confiança sòlida per a tots els nostres clients.</a:t>
            </a:r>
          </a:p>
          <a:p>
            <a:br/>
            <a:pPr algn="ctr">
              <a:defRPr sz="1100" i="1">
                <a:solidFill>
                  <a:srgbClr val="64748B"/>
                </a:solidFill>
              </a:defRPr>
            </a:pPr>
            <a:r>
              <a:t>[Placeholder: imatge diapo 2 - 1]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88FF"/>
                </a:solidFill>
              </a:defRPr>
            </a:pPr>
            <a:r>
              <a:t>02 / CAPACITAT — QUÈ FEM</a:t>
            </a:r>
          </a:p>
          <a:p>
            <a:br/>
            <a:pPr>
              <a:defRPr sz="1200">
                <a:solidFill>
                  <a:srgbClr val="0F1115"/>
                </a:solidFill>
              </a:defRPr>
            </a:pPr>
            <a:r>
              <a:t>Oferim servei tècnic especialitzat, subministrament d'eines de tall d'alt rendiment i esmolat professional de tot tipus de ganivetes industrials. Disposem d'un centre d'esmolats propi amb maquinària d'última generació.</a:t>
            </a:r>
          </a:p>
          <a:p>
            <a:br/>
            <a:pPr algn="ctr">
              <a:defRPr sz="1100" i="1">
                <a:solidFill>
                  <a:srgbClr val="64748B"/>
                </a:solidFill>
              </a:defRPr>
            </a:pPr>
            <a:r>
              <a:t>[Placeholder: imatge diapo 2 - 2]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88FF"/>
                </a:solidFill>
              </a:defRPr>
            </a:pPr>
            <a:r>
              <a:t>03 / GARANTIA — COM HO FEM</a:t>
            </a:r>
          </a:p>
          <a:p>
            <a:br/>
            <a:pPr>
              <a:defRPr sz="1200">
                <a:solidFill>
                  <a:srgbClr val="0F1115"/>
                </a:solidFill>
              </a:defRPr>
            </a:pPr>
            <a:r>
              <a:t>Garantim la màxima qualitat de tall per reduir mermes de producte i prolongar la vida útil de cada eina. Oferim assessorament tècnic continu i mantenim estocs pactats per assegurar un servei àgil.</a:t>
            </a:r>
          </a:p>
          <a:p>
            <a:br/>
            <a:pPr algn="ctr">
              <a:defRPr sz="1100" i="1">
                <a:solidFill>
                  <a:srgbClr val="64748B"/>
                </a:solidFill>
              </a:defRPr>
            </a:pPr>
            <a:r>
              <a:t>[Placeholder: imatge diapo 2 - 3]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DOSSIER CORPORATIU I COMERCIAL 2026  |  ESMOTECH CUTTING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88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8FF"/>
                </a:solidFill>
              </a:defRPr>
            </a:pPr>
            <a:r>
              <a:t>SOLUCIONS I SERVEIS ESMOTECH</a:t>
            </a:r>
          </a:p>
          <a:p>
            <a:pPr>
              <a:defRPr sz="2200" b="1">
                <a:solidFill>
                  <a:srgbClr val="0F1115"/>
                </a:solidFill>
              </a:defRPr>
            </a:pPr>
            <a:r>
              <a:t>SERVEIS D'ESMOLATS I SOLUCIONS TÈCNIQUES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F1115"/>
                </a:solidFill>
              </a:defRPr>
            </a:pPr>
            <a:r>
              <a:t>Especialitzats per a la indústria alimentària: màxima precisió, eficiència i rendiment constant.</a:t>
            </a:r>
            <a:br/>
            <a:r>
              <a:t>• Serveis d'esmolats especialitzats</a:t>
            </a:r>
            <a:br/>
            <a:r>
              <a:t>• Importància de la precisió en el tall</a:t>
            </a:r>
            <a:br/>
            <a:r>
              <a:t>• Personalització adaptada a cada client</a:t>
            </a:r>
            <a:br/>
            <a:r>
              <a:t>[Placeholder: imatge diapo 3 - 1]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DOSSIER CORPORATIU I COMERCIAL 2026  |  ESMOTECH CUTTING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88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8FF"/>
                </a:solidFill>
              </a:defRPr>
            </a:pPr>
            <a:r>
              <a:t>SOLUCIONS I SERVEIS ESMOTECH</a:t>
            </a:r>
          </a:p>
          <a:p>
            <a:pPr>
              <a:defRPr sz="2200" b="1">
                <a:solidFill>
                  <a:srgbClr val="0F1115"/>
                </a:solidFill>
              </a:defRPr>
            </a:pPr>
            <a:r>
              <a:t>TIPUS DE GANIVETES I CENTRES DE TALL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F1115"/>
                </a:solidFill>
              </a:defRPr>
            </a:pPr>
            <a:r>
              <a:t>Gamma completa per a tota la línia de producció:</a:t>
            </a:r>
            <a:br/>
            <a:r>
              <a:t>• Ganivets / Tisores | Talla-fiambres | Plaques / Ganivetes</a:t>
            </a:r>
            <a:br/>
            <a:r>
              <a:t>• Culanes | Cutters | Serres circulars | Txuleteres | Llescadores</a:t>
            </a:r>
            <a:br/>
            <a:r>
              <a:t>[Placeholder: imatge diapo 4 - 1: Placa de picadora]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DOSSIER CORPORATIU I COMERCIAL 2026  |  ESMOTECH CUTTING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88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8FF"/>
                </a:solidFill>
              </a:defRPr>
            </a:pPr>
            <a:r>
              <a:t>SOLUCIONS I SERVEIS ESMOTECH</a:t>
            </a:r>
          </a:p>
          <a:p>
            <a:pPr>
              <a:defRPr sz="2200" b="1">
                <a:solidFill>
                  <a:srgbClr val="0F1115"/>
                </a:solidFill>
              </a:defRPr>
            </a:pPr>
            <a:r>
              <a:t>SERRES CINTA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F1115"/>
                </a:solidFill>
              </a:defRPr>
            </a:pPr>
            <a:r>
              <a:t>Serres cinta industrials d'alta precisió:</a:t>
            </a:r>
            <a:br/>
            <a:r>
              <a:t>• Podem fabricar segons mida</a:t>
            </a:r>
            <a:br/>
            <a:r>
              <a:t>• Stock permanent de referències habituals</a:t>
            </a:r>
            <a:br/>
            <a:r>
              <a:t>• Materials d'alta qualitat i resistència</a:t>
            </a:r>
            <a:br/>
            <a:r>
              <a:t>[Placeholder: imatge diapo 5 - 1]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DOSSIER CORPORATIU I COMERCIAL 2026  |  ESMOTECH CUTTING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88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8FF"/>
                </a:solidFill>
              </a:defRPr>
            </a:pPr>
            <a:r>
              <a:t>SOLUCIONS I SERVEIS ESMOTECH</a:t>
            </a:r>
          </a:p>
          <a:p>
            <a:pPr>
              <a:defRPr sz="2200" b="1">
                <a:solidFill>
                  <a:srgbClr val="0F1115"/>
                </a:solidFill>
              </a:defRPr>
            </a:pPr>
            <a:r>
              <a:t>PRODUCCIÓ I SUBMINISTRAMENT DE GANIVETES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F1115"/>
                </a:solidFill>
              </a:defRPr>
            </a:pPr>
            <a:r>
              <a:t>Solucions estàndard i a mida:</a:t>
            </a:r>
            <a:br/>
            <a:r>
              <a:t>• Productes Estàndard (Estoc Permanent): Serra cinta, discos, rectes.</a:t>
            </a:r>
            <a:br/>
            <a:r>
              <a:t>• Productes Especials (Solucions a Mida): Skinners, microdentades, Renxingblade (https://www.renxingblade.com/).</a:t>
            </a:r>
            <a:br/>
            <a:r>
              <a:t>[Placeholder: imatge diapo 6 - 1]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DOSSIER CORPORATIU I COMERCIAL 2026  |  ESMOTECH CUTTING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88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8FF"/>
                </a:solidFill>
              </a:defRPr>
            </a:pPr>
            <a:r>
              <a:t>SOLUCIONS I SERVEIS ESMOTECH</a:t>
            </a:r>
          </a:p>
          <a:p>
            <a:pPr>
              <a:defRPr sz="2200" b="1">
                <a:solidFill>
                  <a:srgbClr val="0F1115"/>
                </a:solidFill>
              </a:defRPr>
            </a:pPr>
            <a:r>
              <a:t>CUTTERS I SKINNERS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F1115"/>
                </a:solidFill>
              </a:defRPr>
            </a:pPr>
            <a:r>
              <a:t>Eines dissenyades per a processos d'alta exigència mecànica i sanitària.</a:t>
            </a:r>
            <a:br/>
            <a:r>
              <a:t>[Placeholder: imatge diapo 7 - 1]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DOSSIER CORPORATIU I COMERCIAL 2026  |  ESMOTECH CUTTING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88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8FF"/>
                </a:solidFill>
              </a:defRPr>
            </a:pPr>
            <a:r>
              <a:t>SOLUCIONS I SERVEIS ESMOTECH</a:t>
            </a:r>
          </a:p>
          <a:p>
            <a:pPr>
              <a:defRPr sz="2200" b="1">
                <a:solidFill>
                  <a:srgbClr val="0F1115"/>
                </a:solidFill>
              </a:defRPr>
            </a:pPr>
            <a:r>
              <a:t>CAPÇALS TÈRMICS I GANIVETES D'ENVASAT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F1115"/>
                </a:solidFill>
              </a:defRPr>
            </a:pPr>
            <a:r>
              <a:t>Solucions de tall per a línies de termoformat i envasadores d'alta cadència.</a:t>
            </a:r>
            <a:br/>
            <a:r>
              <a:t>[Placeholder: imatge diapo 8 - 1]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DOSSIER CORPORATIU I COMERCIAL 2026  |  ESMOTECH CUTTING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88FF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8FF"/>
                </a:solidFill>
              </a:defRPr>
            </a:pPr>
            <a:r>
              <a:t>SOLUCIONS I SERVEIS ESMOTECH</a:t>
            </a:r>
          </a:p>
          <a:p>
            <a:pPr>
              <a:defRPr sz="2200" b="1">
                <a:solidFill>
                  <a:srgbClr val="0F1115"/>
                </a:solidFill>
              </a:defRPr>
            </a:pPr>
            <a:r>
              <a:t>ALIANÇA HAGEDORN: GANIVETES EVOLUTIVES I CIRCULARS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F1115"/>
                </a:solidFill>
              </a:defRPr>
            </a:pPr>
            <a:r>
              <a:t>Distribuïdor oficial Hagedorn Foodtech (Made in Germany):</a:t>
            </a:r>
            <a:br/>
            <a:r>
              <a:t>• Compatibilitat universal amb totes les marques del mercat.</a:t>
            </a:r>
            <a:br/>
            <a:r>
              <a:t>• Rendiment extraordinari i vida útil perllongada.</a:t>
            </a:r>
            <a:br/>
            <a:r>
              <a:t>[Placeholder: imatge diapo 9 - 1]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DOSSIER CORPORATIU I COMERCIAL 2026  |  ESMOTECH CUTTING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88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8FF"/>
                </a:solidFill>
              </a:defRPr>
            </a:pPr>
            <a:r>
              <a:t>SOLUCIONS I SERVEIS ESMOTECH</a:t>
            </a:r>
          </a:p>
          <a:p>
            <a:pPr>
              <a:defRPr sz="2200" b="1">
                <a:solidFill>
                  <a:srgbClr val="0F1115"/>
                </a:solidFill>
              </a:defRPr>
            </a:pPr>
            <a:r>
              <a:t>GANIVETES EVOLUTIVES I SERVEI DE REGENERACIÓ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F1115"/>
                </a:solidFill>
              </a:defRPr>
            </a:pPr>
            <a:r>
              <a:t>Tecnologia de materials i regeneració:</a:t>
            </a:r>
            <a:br/>
            <a:r>
              <a:t>• TRITECH (Alta higiene) | LONGLIFE (Càrregues severes) | GENESIS (Màxima vida)</a:t>
            </a:r>
            <a:br/>
            <a:r>
              <a:t>• Procés exclusiu de regeneració i trempat al 100% del cos.</a:t>
            </a:r>
            <a:br/>
            <a:r>
              <a:t>[Placeholder: imatge diapo 10 - 1, 2, 3, 4]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DOSSIER CORPORATIU I COMERCIAL 2026  |  ESMOTECH CUTTING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88F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8FF"/>
                </a:solidFill>
              </a:defRPr>
            </a:pPr>
            <a:r>
              <a:t>SOLUCIONS I SERVEIS ESMOTECH</a:t>
            </a:r>
          </a:p>
          <a:p>
            <a:pPr>
              <a:defRPr sz="2200" b="1">
                <a:solidFill>
                  <a:srgbClr val="0F1115"/>
                </a:solidFill>
              </a:defRPr>
            </a:pPr>
            <a:r>
              <a:t>CATÀLEG AUXILIAR I SERVEIS TÈCNICS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F1115"/>
                </a:solidFill>
              </a:defRPr>
            </a:pPr>
            <a:r>
              <a:t>Subministrament i assistència integral:</a:t>
            </a:r>
            <a:br/>
            <a:r>
              <a:t>• Capçals tèrmics (Bizerba, Zebra, etc.) | Serres cinta | Reparacions motors Bizerba</a:t>
            </a:r>
            <a:br/>
            <a:r>
              <a:t>• Recanvis especials (Wizzard, Ibex) | Rediamantat de moles | Abraisus</a:t>
            </a:r>
            <a:br/>
            <a:r>
              <a:t>[Placeholder: imatge diapo 11 - 1]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DOSSIER CORPORATIU I COMERCIAL 2026  |  ESMOTECH CUTTING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088FF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8FF"/>
                </a:solidFill>
              </a:defRPr>
            </a:pPr>
            <a:r>
              <a:t>SOLUCIONS I SERVEIS ESMOTECH</a:t>
            </a:r>
          </a:p>
          <a:p>
            <a:pPr>
              <a:defRPr sz="2200" b="1">
                <a:solidFill>
                  <a:srgbClr val="0F1115"/>
                </a:solidFill>
              </a:defRPr>
            </a:pPr>
            <a:r>
              <a:t>EL VOSTRE PARTNER TÈCNIC DE CONFIANÇA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F1115"/>
                </a:solidFill>
              </a:defRPr>
            </a:pPr>
            <a:r>
              <a:t>A ESMOTECH combinem l'experiència tècnica, la tecnologia de tall d'última generació i la màxima proximitat per garantir la tranquil·litat de la vostra planta de producció.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