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sldIdLst>
    <p:sldId id="256" r:id="rId2"/>
    <p:sldId id="269" r:id="rId3"/>
    <p:sldId id="265" r:id="rId4"/>
    <p:sldId id="258" r:id="rId5"/>
    <p:sldId id="266" r:id="rId6"/>
    <p:sldId id="260" r:id="rId7"/>
    <p:sldId id="270" r:id="rId8"/>
    <p:sldId id="272" r:id="rId9"/>
    <p:sldId id="259"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 d'una nova empresa d’afilats i venda d’eines de tall per a la indústria alimentària" id="{81ABECC8-BED7-4CFF-817A-7DB28004ECFD}">
          <p14:sldIdLst>
            <p14:sldId id="256"/>
            <p14:sldId id="269"/>
            <p14:sldId id="265"/>
            <p14:sldId id="258"/>
            <p14:sldId id="266"/>
          </p14:sldIdLst>
        </p14:section>
        <p14:section name="Sección predeterminada" id="{E6447DEE-FCF0-42E9-9E66-4E14E1E0DF67}">
          <p14:sldIdLst>
            <p14:sldId id="260"/>
            <p14:sldId id="270"/>
            <p14:sldId id="272"/>
            <p14:sldId id="259"/>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951" autoAdjust="0"/>
    <p:restoredTop sz="91521"/>
  </p:normalViewPr>
  <p:slideViewPr>
    <p:cSldViewPr snapToGrid="0">
      <p:cViewPr varScale="1">
        <p:scale>
          <a:sx n="58" d="100"/>
          <a:sy n="58" d="100"/>
        </p:scale>
        <p:origin x="27" y="813"/>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5E443-DCA5-EF47-A184-667601FAC8AE}" type="datetimeFigureOut">
              <a:rPr lang="es-ES" smtClean="0"/>
              <a:t>10/05/2026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CD3A1-6503-C646-ACFA-895A8CC03255}" type="slidenum">
              <a:rPr lang="es-ES" smtClean="0"/>
              <a:t>‹Nº›</a:t>
            </a:fld>
            <a:endParaRPr lang="es-ES"/>
          </a:p>
        </p:txBody>
      </p:sp>
    </p:spTree>
    <p:extLst>
      <p:ext uri="{BB962C8B-B14F-4D97-AF65-F5344CB8AC3E}">
        <p14:creationId xmlns:p14="http://schemas.microsoft.com/office/powerpoint/2010/main" val="1856978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 detallen els serveis d’afilat que ofereix l’empresa, amb èmfasi en les necessitats específiques del sector alimentari. Es fa èmfasi en la importància d’una eina tallant precisa per garantir l’eficiència i la seguretat, i s’explica com el servei pot ser personalitzat segons les demandes dels clients professionals.</a:t>
            </a:r>
            <a:endParaRPr lang="es-ES" dirty="0"/>
          </a:p>
        </p:txBody>
      </p:sp>
      <p:sp>
        <p:nvSpPr>
          <p:cNvPr id="4" name="Marcador de número de diapositiva 3"/>
          <p:cNvSpPr>
            <a:spLocks noGrp="1"/>
          </p:cNvSpPr>
          <p:nvPr>
            <p:ph type="sldNum" sz="quarter" idx="5"/>
          </p:nvPr>
        </p:nvSpPr>
        <p:spPr/>
        <p:txBody>
          <a:bodyPr/>
          <a:lstStyle/>
          <a:p>
            <a:fld id="{3D4CD3A1-6503-C646-ACFA-895A8CC03255}" type="slidenum">
              <a:rPr lang="es-ES" smtClean="0"/>
              <a:t>3</a:t>
            </a:fld>
            <a:endParaRPr lang="es-ES"/>
          </a:p>
        </p:txBody>
      </p:sp>
    </p:spTree>
    <p:extLst>
      <p:ext uri="{BB962C8B-B14F-4D97-AF65-F5344CB8AC3E}">
        <p14:creationId xmlns:p14="http://schemas.microsoft.com/office/powerpoint/2010/main" val="681521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D4CD3A1-6503-C646-ACFA-895A8CC03255}" type="slidenum">
              <a:rPr lang="es-ES" smtClean="0"/>
              <a:t>4</a:t>
            </a:fld>
            <a:endParaRPr lang="es-ES"/>
          </a:p>
        </p:txBody>
      </p:sp>
    </p:spTree>
    <p:extLst>
      <p:ext uri="{BB962C8B-B14F-4D97-AF65-F5344CB8AC3E}">
        <p14:creationId xmlns:p14="http://schemas.microsoft.com/office/powerpoint/2010/main" val="2372131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Aquesta subapartat mostra els diferents tipus d’eines de tall que es venen, com ganivets, fulles especials i accessoris. També es posen en valor les innovacions tecnològiques aplicades als productes i com aquestes ajuden a millorar la productivitat i la seguretat dins de la indústria alimentària.</a:t>
            </a:r>
          </a:p>
        </p:txBody>
      </p:sp>
      <p:sp>
        <p:nvSpPr>
          <p:cNvPr id="4" name="Marcador de número de diapositiva 3"/>
          <p:cNvSpPr>
            <a:spLocks noGrp="1"/>
          </p:cNvSpPr>
          <p:nvPr>
            <p:ph type="sldNum" sz="quarter" idx="5"/>
          </p:nvPr>
        </p:nvSpPr>
        <p:spPr/>
        <p:txBody>
          <a:bodyPr/>
          <a:lstStyle/>
          <a:p>
            <a:fld id="{3D4CD3A1-6503-C646-ACFA-895A8CC03255}" type="slidenum">
              <a:rPr lang="es-ES" smtClean="0"/>
              <a:t>5</a:t>
            </a:fld>
            <a:endParaRPr lang="es-ES"/>
          </a:p>
        </p:txBody>
      </p:sp>
    </p:spTree>
    <p:extLst>
      <p:ext uri="{BB962C8B-B14F-4D97-AF65-F5344CB8AC3E}">
        <p14:creationId xmlns:p14="http://schemas.microsoft.com/office/powerpoint/2010/main" val="3027239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D4CD3A1-6503-C646-ACFA-895A8CC03255}" type="slidenum">
              <a:rPr lang="es-ES" smtClean="0"/>
              <a:t>7</a:t>
            </a:fld>
            <a:endParaRPr lang="es-ES"/>
          </a:p>
        </p:txBody>
      </p:sp>
    </p:spTree>
    <p:extLst>
      <p:ext uri="{BB962C8B-B14F-4D97-AF65-F5344CB8AC3E}">
        <p14:creationId xmlns:p14="http://schemas.microsoft.com/office/powerpoint/2010/main" val="353355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D4CD3A1-6503-C646-ACFA-895A8CC03255}" type="slidenum">
              <a:rPr lang="es-ES" smtClean="0"/>
              <a:t>9</a:t>
            </a:fld>
            <a:endParaRPr lang="es-ES"/>
          </a:p>
        </p:txBody>
      </p:sp>
    </p:spTree>
    <p:extLst>
      <p:ext uri="{BB962C8B-B14F-4D97-AF65-F5344CB8AC3E}">
        <p14:creationId xmlns:p14="http://schemas.microsoft.com/office/powerpoint/2010/main" val="2586286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35EE-D20B-439B-1E01-66F5021F1A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31B98D-43A2-695C-A6C1-32D2C13F6A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2D4B88-5E74-9D89-ED6A-9DB9AB10070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CC1437F-AE11-B19F-DDDF-E4A70F04D5AF}"/>
              </a:ext>
            </a:extLst>
          </p:cNvPr>
          <p:cNvSpPr>
            <a:spLocks noGrp="1"/>
          </p:cNvSpPr>
          <p:nvPr>
            <p:ph type="sldNum" sz="quarter" idx="5"/>
          </p:nvPr>
        </p:nvSpPr>
        <p:spPr/>
        <p:txBody>
          <a:bodyPr/>
          <a:lstStyle/>
          <a:p>
            <a:fld id="{3D4CD3A1-6503-C646-ACFA-895A8CC03255}" type="slidenum">
              <a:rPr lang="es-ES" smtClean="0"/>
              <a:t>10</a:t>
            </a:fld>
            <a:endParaRPr lang="es-ES"/>
          </a:p>
        </p:txBody>
      </p:sp>
    </p:spTree>
    <p:extLst>
      <p:ext uri="{BB962C8B-B14F-4D97-AF65-F5344CB8AC3E}">
        <p14:creationId xmlns:p14="http://schemas.microsoft.com/office/powerpoint/2010/main" val="469823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80000A68-7B2A-4639-AC36-3D6E6179B847}" type="datetime1">
              <a:rPr lang="es-ES" smtClean="0"/>
              <a:t>10/05/2026</a:t>
            </a:fld>
            <a:endParaRPr lang="es-ES"/>
          </a:p>
        </p:txBody>
      </p:sp>
      <p:sp>
        <p:nvSpPr>
          <p:cNvPr id="8" name="Footer Placeholder 7"/>
          <p:cNvSpPr>
            <a:spLocks noGrp="1"/>
          </p:cNvSpPr>
          <p:nvPr>
            <p:ph type="ftr" sz="quarter" idx="11"/>
          </p:nvPr>
        </p:nvSpPr>
        <p:spPr/>
        <p:txBody>
          <a:bodyPr/>
          <a:lstStyle/>
          <a:p>
            <a:r>
              <a:rPr lang="es-ES"/>
              <a:t>ESMOTEK2026 SL</a:t>
            </a:r>
          </a:p>
        </p:txBody>
      </p:sp>
      <p:sp>
        <p:nvSpPr>
          <p:cNvPr id="9" name="Slide Number Placeholder 8"/>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1821695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B750A8C-9832-460C-B110-A6359167B73A}" type="datetime1">
              <a:rPr lang="es-ES" smtClean="0"/>
              <a:t>10/05/2026</a:t>
            </a:fld>
            <a:endParaRPr lang="es-ES"/>
          </a:p>
        </p:txBody>
      </p:sp>
      <p:sp>
        <p:nvSpPr>
          <p:cNvPr id="8" name="Footer Placeholder 7"/>
          <p:cNvSpPr>
            <a:spLocks noGrp="1"/>
          </p:cNvSpPr>
          <p:nvPr>
            <p:ph type="ftr" sz="quarter" idx="11"/>
          </p:nvPr>
        </p:nvSpPr>
        <p:spPr/>
        <p:txBody>
          <a:bodyPr/>
          <a:lstStyle/>
          <a:p>
            <a:r>
              <a:rPr lang="es-ES"/>
              <a:t>ESMOTEK2026 SL</a:t>
            </a:r>
          </a:p>
        </p:txBody>
      </p:sp>
      <p:sp>
        <p:nvSpPr>
          <p:cNvPr id="9" name="Slide Number Placeholder 8"/>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243158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AED26AFE-8F52-4EA9-B69D-C65F9D12917B}" type="datetime1">
              <a:rPr lang="es-ES" smtClean="0"/>
              <a:t>10/05/2026</a:t>
            </a:fld>
            <a:endParaRPr lang="es-ES"/>
          </a:p>
        </p:txBody>
      </p:sp>
      <p:sp>
        <p:nvSpPr>
          <p:cNvPr id="8" name="Footer Placeholder 7"/>
          <p:cNvSpPr>
            <a:spLocks noGrp="1"/>
          </p:cNvSpPr>
          <p:nvPr>
            <p:ph type="ftr" sz="quarter" idx="11"/>
          </p:nvPr>
        </p:nvSpPr>
        <p:spPr/>
        <p:txBody>
          <a:bodyPr/>
          <a:lstStyle/>
          <a:p>
            <a:r>
              <a:rPr lang="es-ES"/>
              <a:t>ESMOTEK2026 SL</a:t>
            </a:r>
          </a:p>
        </p:txBody>
      </p:sp>
      <p:sp>
        <p:nvSpPr>
          <p:cNvPr id="9" name="Slide Number Placeholder 8"/>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24418853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0F2C52A0-B5A1-49F6-B44C-0B6F52249664}" type="datetime1">
              <a:rPr lang="es-ES" smtClean="0"/>
              <a:t>10/05/2026</a:t>
            </a:fld>
            <a:endParaRPr lang="es-ES"/>
          </a:p>
        </p:txBody>
      </p:sp>
      <p:sp>
        <p:nvSpPr>
          <p:cNvPr id="9" name="Footer Placeholder 8"/>
          <p:cNvSpPr>
            <a:spLocks noGrp="1"/>
          </p:cNvSpPr>
          <p:nvPr>
            <p:ph type="ftr" sz="quarter" idx="11"/>
          </p:nvPr>
        </p:nvSpPr>
        <p:spPr/>
        <p:txBody>
          <a:bodyPr/>
          <a:lstStyle/>
          <a:p>
            <a:r>
              <a:rPr lang="es-ES"/>
              <a:t>ESMOTEK2026 SL</a:t>
            </a:r>
          </a:p>
        </p:txBody>
      </p:sp>
      <p:sp>
        <p:nvSpPr>
          <p:cNvPr id="10" name="Slide Number Placeholder 9"/>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3271251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9103A64-EA6C-41CC-B312-7F9790D5C052}" type="datetime1">
              <a:rPr lang="es-ES" smtClean="0"/>
              <a:t>10/05/2026</a:t>
            </a:fld>
            <a:endParaRPr lang="es-ES"/>
          </a:p>
        </p:txBody>
      </p:sp>
      <p:sp>
        <p:nvSpPr>
          <p:cNvPr id="8" name="Footer Placeholder 7"/>
          <p:cNvSpPr>
            <a:spLocks noGrp="1"/>
          </p:cNvSpPr>
          <p:nvPr>
            <p:ph type="ftr" sz="quarter" idx="11"/>
          </p:nvPr>
        </p:nvSpPr>
        <p:spPr/>
        <p:txBody>
          <a:bodyPr/>
          <a:lstStyle/>
          <a:p>
            <a:r>
              <a:rPr lang="es-ES"/>
              <a:t>ESMOTEK2026 SL</a:t>
            </a:r>
          </a:p>
        </p:txBody>
      </p:sp>
      <p:sp>
        <p:nvSpPr>
          <p:cNvPr id="9" name="Slide Number Placeholder 8"/>
          <p:cNvSpPr>
            <a:spLocks noGrp="1"/>
          </p:cNvSpPr>
          <p:nvPr>
            <p:ph type="sldNum" sz="quarter" idx="12"/>
          </p:nvPr>
        </p:nvSpPr>
        <p:spPr/>
        <p:txBody>
          <a:bodyPr/>
          <a:lstStyle/>
          <a:p>
            <a:fld id="{95582461-8F8D-46DF-B209-82C863C990CB}" type="slidenum">
              <a:rPr lang="es-ES" smtClean="0"/>
              <a:t>‹Nº›</a:t>
            </a:fld>
            <a:endParaRPr lang="es-ES"/>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208445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F4BC12A-EEE8-4AA8-9044-997FBDCDA3A2}" type="datetime1">
              <a:rPr lang="es-ES" smtClean="0"/>
              <a:t>10/05/2026</a:t>
            </a:fld>
            <a:endParaRPr lang="es-ES"/>
          </a:p>
        </p:txBody>
      </p:sp>
      <p:sp>
        <p:nvSpPr>
          <p:cNvPr id="4" name="Footer Placeholder 3"/>
          <p:cNvSpPr>
            <a:spLocks noGrp="1"/>
          </p:cNvSpPr>
          <p:nvPr>
            <p:ph type="ftr" sz="quarter" idx="11"/>
          </p:nvPr>
        </p:nvSpPr>
        <p:spPr/>
        <p:txBody>
          <a:bodyPr/>
          <a:lstStyle/>
          <a:p>
            <a:r>
              <a:rPr lang="es-ES"/>
              <a:t>ESMOTEK2026 SL</a:t>
            </a:r>
          </a:p>
        </p:txBody>
      </p:sp>
      <p:sp>
        <p:nvSpPr>
          <p:cNvPr id="5" name="Slide Number Placeholder 4"/>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2709210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68557A-5FBD-4A12-ABAB-31C31FBDF535}" type="datetime1">
              <a:rPr lang="es-ES" smtClean="0"/>
              <a:t>10/05/2026</a:t>
            </a:fld>
            <a:endParaRPr lang="es-ES"/>
          </a:p>
        </p:txBody>
      </p:sp>
      <p:sp>
        <p:nvSpPr>
          <p:cNvPr id="3" name="Footer Placeholder 2"/>
          <p:cNvSpPr>
            <a:spLocks noGrp="1"/>
          </p:cNvSpPr>
          <p:nvPr>
            <p:ph type="ftr" sz="quarter" idx="11"/>
          </p:nvPr>
        </p:nvSpPr>
        <p:spPr/>
        <p:txBody>
          <a:bodyPr/>
          <a:lstStyle/>
          <a:p>
            <a:r>
              <a:rPr lang="es-ES"/>
              <a:t>ESMOTEK2026 SL</a:t>
            </a:r>
          </a:p>
        </p:txBody>
      </p:sp>
      <p:sp>
        <p:nvSpPr>
          <p:cNvPr id="4" name="Slide Number Placeholder 3"/>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3853336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7CC152A6-3C49-4879-AC16-221E045530FA}" type="datetime1">
              <a:rPr lang="es-ES" smtClean="0"/>
              <a:t>10/05/2026</a:t>
            </a:fld>
            <a:endParaRPr lang="es-E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s-ES"/>
              <a:t>ESMOTEK2026 SL</a:t>
            </a:r>
          </a:p>
        </p:txBody>
      </p:sp>
      <p:sp>
        <p:nvSpPr>
          <p:cNvPr id="11" name="Slide Number Placeholder 10"/>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393992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D93970A-9C3C-46E3-88BD-A28B50086B2F}" type="datetime1">
              <a:rPr lang="es-ES" smtClean="0"/>
              <a:t>10/05/2026</a:t>
            </a:fld>
            <a:endParaRPr lang="es-E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r>
              <a:rPr lang="es-ES"/>
              <a:t>ESMOTEK2026 SL</a:t>
            </a:r>
          </a:p>
        </p:txBody>
      </p:sp>
      <p:sp>
        <p:nvSpPr>
          <p:cNvPr id="10" name="Slide Number Placeholder 9"/>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1089167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36B3C51-9CAF-4CCD-B804-04E2B7D9E500}" type="datetime1">
              <a:rPr lang="es-ES" smtClean="0"/>
              <a:t>10/05/2026</a:t>
            </a:fld>
            <a:endParaRPr lang="es-ES"/>
          </a:p>
        </p:txBody>
      </p:sp>
      <p:sp>
        <p:nvSpPr>
          <p:cNvPr id="5" name="Footer Placeholder 4"/>
          <p:cNvSpPr>
            <a:spLocks noGrp="1"/>
          </p:cNvSpPr>
          <p:nvPr>
            <p:ph type="ftr" sz="quarter" idx="11"/>
          </p:nvPr>
        </p:nvSpPr>
        <p:spPr/>
        <p:txBody>
          <a:bodyPr/>
          <a:lstStyle/>
          <a:p>
            <a:r>
              <a:rPr lang="es-ES"/>
              <a:t>ESMOTEK2026 SL</a:t>
            </a:r>
          </a:p>
        </p:txBody>
      </p:sp>
      <p:sp>
        <p:nvSpPr>
          <p:cNvPr id="6" name="Slide Number Placeholder 5"/>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797822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48EFF15-7579-46F8-B12B-13BE7B793D97}" type="datetime1">
              <a:rPr lang="es-ES" smtClean="0"/>
              <a:t>10/05/2026</a:t>
            </a:fld>
            <a:endParaRPr lang="es-ES"/>
          </a:p>
        </p:txBody>
      </p:sp>
      <p:sp>
        <p:nvSpPr>
          <p:cNvPr id="5" name="Footer Placeholder 4"/>
          <p:cNvSpPr>
            <a:spLocks noGrp="1"/>
          </p:cNvSpPr>
          <p:nvPr>
            <p:ph type="ftr" sz="quarter" idx="11"/>
          </p:nvPr>
        </p:nvSpPr>
        <p:spPr/>
        <p:txBody>
          <a:bodyPr/>
          <a:lstStyle/>
          <a:p>
            <a:r>
              <a:rPr lang="es-ES"/>
              <a:t>ESMOTEK2026 SL</a:t>
            </a:r>
          </a:p>
        </p:txBody>
      </p:sp>
      <p:sp>
        <p:nvSpPr>
          <p:cNvPr id="6" name="Slide Number Placeholder 5"/>
          <p:cNvSpPr>
            <a:spLocks noGrp="1"/>
          </p:cNvSpPr>
          <p:nvPr>
            <p:ph type="sldNum" sz="quarter" idx="12"/>
          </p:nvPr>
        </p:nvSpPr>
        <p:spPr/>
        <p:txBody>
          <a:bodyPr/>
          <a:lstStyle/>
          <a:p>
            <a:fld id="{95582461-8F8D-46DF-B209-82C863C990CB}" type="slidenum">
              <a:rPr lang="es-ES" smtClean="0"/>
              <a:t>‹Nº›</a:t>
            </a:fld>
            <a:endParaRPr lang="es-ES"/>
          </a:p>
        </p:txBody>
      </p:sp>
    </p:spTree>
    <p:extLst>
      <p:ext uri="{BB962C8B-B14F-4D97-AF65-F5344CB8AC3E}">
        <p14:creationId xmlns:p14="http://schemas.microsoft.com/office/powerpoint/2010/main" val="1262581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DED299E-85E6-42C8-9ED6-07AB764EDE5A}" type="datetime1">
              <a:rPr lang="es-ES" smtClean="0"/>
              <a:t>10/05/2026</a:t>
            </a:fld>
            <a:endParaRPr lang="es-E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r>
              <a:rPr lang="es-ES"/>
              <a:t>ESMOTEK2026 SL</a:t>
            </a:r>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95582461-8F8D-46DF-B209-82C863C990CB}" type="slidenum">
              <a:rPr lang="es-ES" smtClean="0"/>
              <a:t>‹Nº›</a:t>
            </a:fld>
            <a:endParaRPr lang="es-ES"/>
          </a:p>
        </p:txBody>
      </p:sp>
    </p:spTree>
    <p:extLst>
      <p:ext uri="{BB962C8B-B14F-4D97-AF65-F5344CB8AC3E}">
        <p14:creationId xmlns:p14="http://schemas.microsoft.com/office/powerpoint/2010/main" val="35381507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2"/>
          </a:bgClr>
        </a:patt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2AA0E85-79A9-EE6A-D19B-A5C55A2E2314}"/>
              </a:ext>
            </a:extLst>
          </p:cNvPr>
          <p:cNvSpPr txBox="1"/>
          <p:nvPr/>
        </p:nvSpPr>
        <p:spPr>
          <a:xfrm>
            <a:off x="304228" y="5167423"/>
            <a:ext cx="11583541" cy="646331"/>
          </a:xfrm>
          <a:prstGeom prst="rect">
            <a:avLst/>
          </a:prstGeom>
          <a:noFill/>
        </p:spPr>
        <p:txBody>
          <a:bodyPr wrap="square" rtlCol="0">
            <a:spAutoFit/>
          </a:bodyPr>
          <a:lstStyle/>
          <a:p>
            <a:pPr algn="ctr"/>
            <a:r>
              <a:rPr lang="es-ES" sz="3600" b="1" dirty="0">
                <a:solidFill>
                  <a:schemeClr val="tx2"/>
                </a:solidFill>
                <a:latin typeface="+mj-lt"/>
                <a:cs typeface="Aharoni" panose="02010803020104030203" pitchFamily="2" charset="-79"/>
              </a:rPr>
              <a:t>TECNOLOGIA, PRESICIÓ, QUALITAT I SERVEI</a:t>
            </a:r>
          </a:p>
        </p:txBody>
      </p:sp>
      <p:sp>
        <p:nvSpPr>
          <p:cNvPr id="3" name="Marcador de pie de página 2">
            <a:extLst>
              <a:ext uri="{FF2B5EF4-FFF2-40B4-BE49-F238E27FC236}">
                <a16:creationId xmlns:a16="http://schemas.microsoft.com/office/drawing/2014/main" id="{D4CA03FE-6E9F-A4A7-2CE1-ADF79BBBE6C7}"/>
              </a:ext>
            </a:extLst>
          </p:cNvPr>
          <p:cNvSpPr>
            <a:spLocks noGrp="1"/>
          </p:cNvSpPr>
          <p:nvPr>
            <p:ph type="ftr" sz="quarter" idx="11"/>
          </p:nvPr>
        </p:nvSpPr>
        <p:spPr>
          <a:xfrm>
            <a:off x="74195" y="6441948"/>
            <a:ext cx="7197161" cy="320040"/>
          </a:xfrm>
        </p:spPr>
        <p:txBody>
          <a:bodyPr/>
          <a:lstStyle/>
          <a:p>
            <a:r>
              <a:rPr lang="es-ES" dirty="0"/>
              <a:t>ESMOTECH2026 SL</a:t>
            </a:r>
          </a:p>
        </p:txBody>
      </p:sp>
      <p:sp>
        <p:nvSpPr>
          <p:cNvPr id="4" name="Marcador de número de diapositiva 3">
            <a:extLst>
              <a:ext uri="{FF2B5EF4-FFF2-40B4-BE49-F238E27FC236}">
                <a16:creationId xmlns:a16="http://schemas.microsoft.com/office/drawing/2014/main" id="{CF284B44-7598-63A6-0E50-E9E6594FAE06}"/>
              </a:ext>
            </a:extLst>
          </p:cNvPr>
          <p:cNvSpPr>
            <a:spLocks noGrp="1"/>
          </p:cNvSpPr>
          <p:nvPr>
            <p:ph type="sldNum" sz="quarter" idx="12"/>
          </p:nvPr>
        </p:nvSpPr>
        <p:spPr>
          <a:xfrm>
            <a:off x="11752045" y="6396228"/>
            <a:ext cx="365760" cy="365760"/>
          </a:xfrm>
        </p:spPr>
        <p:txBody>
          <a:bodyPr/>
          <a:lstStyle/>
          <a:p>
            <a:fld id="{95582461-8F8D-46DF-B209-82C863C990CB}" type="slidenum">
              <a:rPr lang="es-ES" smtClean="0"/>
              <a:t>1</a:t>
            </a:fld>
            <a:endParaRPr lang="es-ES"/>
          </a:p>
        </p:txBody>
      </p:sp>
      <p:pic>
        <p:nvPicPr>
          <p:cNvPr id="13" name="Imagen 12">
            <a:extLst>
              <a:ext uri="{FF2B5EF4-FFF2-40B4-BE49-F238E27FC236}">
                <a16:creationId xmlns:a16="http://schemas.microsoft.com/office/drawing/2014/main" id="{7B0EB459-F326-5996-2C2C-C7EC79B6F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169773"/>
            <a:ext cx="12192000" cy="8128000"/>
          </a:xfrm>
          <a:prstGeom prst="rect">
            <a:avLst/>
          </a:prstGeom>
        </p:spPr>
      </p:pic>
    </p:spTree>
    <p:extLst>
      <p:ext uri="{BB962C8B-B14F-4D97-AF65-F5344CB8AC3E}">
        <p14:creationId xmlns:p14="http://schemas.microsoft.com/office/powerpoint/2010/main" val="372129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42A20B0-1CD6-1B5F-05CC-E302C3F64A9B}"/>
              </a:ext>
            </a:extLst>
          </p:cNvPr>
          <p:cNvSpPr/>
          <p:nvPr/>
        </p:nvSpPr>
        <p:spPr>
          <a:xfrm>
            <a:off x="609600" y="417689"/>
            <a:ext cx="2935111" cy="1524000"/>
          </a:xfrm>
          <a:prstGeom prst="rect">
            <a:avLst/>
          </a:prstGeom>
          <a:solidFill>
            <a:schemeClr val="tx2"/>
          </a:solidFill>
          <a:ln w="2857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s-ES" sz="2800" b="1" dirty="0">
                <a:solidFill>
                  <a:schemeClr val="bg1"/>
                </a:solidFill>
              </a:rPr>
              <a:t>QUI SOM</a:t>
            </a:r>
          </a:p>
        </p:txBody>
      </p:sp>
      <p:sp>
        <p:nvSpPr>
          <p:cNvPr id="5" name="Rectángulo 4">
            <a:extLst>
              <a:ext uri="{FF2B5EF4-FFF2-40B4-BE49-F238E27FC236}">
                <a16:creationId xmlns:a16="http://schemas.microsoft.com/office/drawing/2014/main" id="{B049F3E6-8E98-DE5A-2C0F-5C1B09F67D16}"/>
              </a:ext>
            </a:extLst>
          </p:cNvPr>
          <p:cNvSpPr/>
          <p:nvPr/>
        </p:nvSpPr>
        <p:spPr>
          <a:xfrm>
            <a:off x="4574822" y="417689"/>
            <a:ext cx="2935111" cy="1524000"/>
          </a:xfrm>
          <a:prstGeom prst="rect">
            <a:avLst/>
          </a:prstGeom>
          <a:solidFill>
            <a:schemeClr val="tx2"/>
          </a:solidFill>
          <a:ln w="2857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s-ES" sz="2800" b="1" dirty="0">
                <a:solidFill>
                  <a:schemeClr val="bg1"/>
                </a:solidFill>
              </a:rPr>
              <a:t>QUE FEM</a:t>
            </a:r>
          </a:p>
        </p:txBody>
      </p:sp>
      <p:sp>
        <p:nvSpPr>
          <p:cNvPr id="6" name="Rectángulo 5">
            <a:extLst>
              <a:ext uri="{FF2B5EF4-FFF2-40B4-BE49-F238E27FC236}">
                <a16:creationId xmlns:a16="http://schemas.microsoft.com/office/drawing/2014/main" id="{10D0FD76-4716-B9A2-35BF-CC24C1B315A8}"/>
              </a:ext>
            </a:extLst>
          </p:cNvPr>
          <p:cNvSpPr/>
          <p:nvPr/>
        </p:nvSpPr>
        <p:spPr>
          <a:xfrm>
            <a:off x="8540044" y="417689"/>
            <a:ext cx="2935111" cy="1524000"/>
          </a:xfrm>
          <a:prstGeom prst="rect">
            <a:avLst/>
          </a:prstGeom>
          <a:solidFill>
            <a:schemeClr val="tx2"/>
          </a:solidFill>
          <a:ln w="2857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s-ES" sz="2800" b="1" dirty="0">
                <a:solidFill>
                  <a:schemeClr val="bg1"/>
                </a:solidFill>
              </a:rPr>
              <a:t>COM HO FEM</a:t>
            </a:r>
          </a:p>
        </p:txBody>
      </p:sp>
      <p:sp>
        <p:nvSpPr>
          <p:cNvPr id="7" name="Rectángulo 6">
            <a:extLst>
              <a:ext uri="{FF2B5EF4-FFF2-40B4-BE49-F238E27FC236}">
                <a16:creationId xmlns:a16="http://schemas.microsoft.com/office/drawing/2014/main" id="{51386AD9-3541-A7C5-95F7-8C84C8421183}"/>
              </a:ext>
            </a:extLst>
          </p:cNvPr>
          <p:cNvSpPr/>
          <p:nvPr/>
        </p:nvSpPr>
        <p:spPr>
          <a:xfrm>
            <a:off x="609600" y="2410177"/>
            <a:ext cx="2935111" cy="4030133"/>
          </a:xfrm>
          <a:prstGeom prst="rect">
            <a:avLst/>
          </a:prstGeom>
          <a:solidFill>
            <a:schemeClr val="tx2"/>
          </a:solidFill>
          <a:ln w="28575">
            <a:solidFill>
              <a:schemeClr val="bg1"/>
            </a:solidFill>
          </a:ln>
        </p:spPr>
        <p:style>
          <a:lnRef idx="2">
            <a:schemeClr val="dk1"/>
          </a:lnRef>
          <a:fillRef idx="1">
            <a:schemeClr val="lt1"/>
          </a:fillRef>
          <a:effectRef idx="0">
            <a:schemeClr val="dk1"/>
          </a:effectRef>
          <a:fontRef idx="minor">
            <a:schemeClr val="dk1"/>
          </a:fontRef>
        </p:style>
        <p:txBody>
          <a:bodyPr rtlCol="0" anchor="t"/>
          <a:lstStyle/>
          <a:p>
            <a:pPr algn="just"/>
            <a:endParaRPr lang="ca-ES" sz="1600" dirty="0">
              <a:solidFill>
                <a:schemeClr val="bg1"/>
              </a:solidFill>
            </a:endParaRPr>
          </a:p>
          <a:p>
            <a:pPr algn="just"/>
            <a:r>
              <a:rPr lang="ca-ES" sz="1600" dirty="0">
                <a:solidFill>
                  <a:schemeClr val="bg2"/>
                </a:solidFill>
              </a:rPr>
              <a:t>Empresa de nova creació, però amb una dilatada experiència en el sector alimentari el qual ens permet ser una garantia per els nostres clients, la il·lusió que hem posat en aquest projecte i l’esforç i el saber entendre totes les particularitats i necessitats d’un sector essencial i tant important com l’alimentació, ens permet ser una garantia com a proveïdor per a tots els nostres clients. </a:t>
            </a:r>
            <a:br>
              <a:rPr lang="ca-ES" sz="1600" dirty="0">
                <a:solidFill>
                  <a:schemeClr val="bg2"/>
                </a:solidFill>
              </a:rPr>
            </a:br>
            <a:endParaRPr lang="es-ES" sz="1500" dirty="0">
              <a:solidFill>
                <a:schemeClr val="bg2"/>
              </a:solidFill>
            </a:endParaRPr>
          </a:p>
        </p:txBody>
      </p:sp>
      <p:sp>
        <p:nvSpPr>
          <p:cNvPr id="8" name="Rectángulo 7">
            <a:extLst>
              <a:ext uri="{FF2B5EF4-FFF2-40B4-BE49-F238E27FC236}">
                <a16:creationId xmlns:a16="http://schemas.microsoft.com/office/drawing/2014/main" id="{CD0EC528-EB18-8E77-632C-96AEFD8D5971}"/>
              </a:ext>
            </a:extLst>
          </p:cNvPr>
          <p:cNvSpPr/>
          <p:nvPr/>
        </p:nvSpPr>
        <p:spPr>
          <a:xfrm>
            <a:off x="4574822" y="2410177"/>
            <a:ext cx="2935111" cy="4030133"/>
          </a:xfrm>
          <a:prstGeom prst="rect">
            <a:avLst/>
          </a:prstGeom>
          <a:solidFill>
            <a:schemeClr val="tx2"/>
          </a:solidFill>
          <a:ln w="28575">
            <a:solidFill>
              <a:schemeClr val="bg1"/>
            </a:solidFill>
          </a:ln>
        </p:spPr>
        <p:style>
          <a:lnRef idx="2">
            <a:schemeClr val="dk1"/>
          </a:lnRef>
          <a:fillRef idx="1">
            <a:schemeClr val="lt1"/>
          </a:fillRef>
          <a:effectRef idx="0">
            <a:schemeClr val="dk1"/>
          </a:effectRef>
          <a:fontRef idx="minor">
            <a:schemeClr val="dk1"/>
          </a:fontRef>
        </p:style>
        <p:txBody>
          <a:bodyPr rtlCol="0" anchor="t"/>
          <a:lstStyle/>
          <a:p>
            <a:pPr algn="just"/>
            <a:endParaRPr lang="es-ES" sz="1600" dirty="0">
              <a:solidFill>
                <a:schemeClr val="bg1"/>
              </a:solidFill>
            </a:endParaRPr>
          </a:p>
          <a:p>
            <a:pPr algn="just"/>
            <a:r>
              <a:rPr lang="es-ES" sz="1600" dirty="0" err="1">
                <a:solidFill>
                  <a:schemeClr val="bg2"/>
                </a:solidFill>
              </a:rPr>
              <a:t>Oferim</a:t>
            </a:r>
            <a:r>
              <a:rPr lang="es-ES" sz="1600" dirty="0">
                <a:solidFill>
                  <a:schemeClr val="bg2"/>
                </a:solidFill>
              </a:rPr>
              <a:t> un </a:t>
            </a:r>
            <a:r>
              <a:rPr lang="es-ES" sz="1600" dirty="0" err="1">
                <a:solidFill>
                  <a:schemeClr val="bg2"/>
                </a:solidFill>
              </a:rPr>
              <a:t>servei</a:t>
            </a:r>
            <a:r>
              <a:rPr lang="es-ES" sz="1600" dirty="0">
                <a:solidFill>
                  <a:schemeClr val="bg2"/>
                </a:solidFill>
              </a:rPr>
              <a:t> </a:t>
            </a:r>
            <a:r>
              <a:rPr lang="es-ES" sz="1600" dirty="0" err="1">
                <a:solidFill>
                  <a:schemeClr val="bg2"/>
                </a:solidFill>
              </a:rPr>
              <a:t>tècnic</a:t>
            </a:r>
            <a:r>
              <a:rPr lang="es-ES" sz="1600" dirty="0">
                <a:solidFill>
                  <a:schemeClr val="bg2"/>
                </a:solidFill>
              </a:rPr>
              <a:t> i </a:t>
            </a:r>
            <a:r>
              <a:rPr lang="es-ES" sz="1600" dirty="0" err="1">
                <a:solidFill>
                  <a:schemeClr val="bg2"/>
                </a:solidFill>
              </a:rPr>
              <a:t>subministrament</a:t>
            </a:r>
            <a:r>
              <a:rPr lang="es-ES" sz="1600" dirty="0">
                <a:solidFill>
                  <a:schemeClr val="bg2"/>
                </a:solidFill>
              </a:rPr>
              <a:t> </a:t>
            </a:r>
            <a:r>
              <a:rPr lang="es-ES" sz="1600" dirty="0" err="1">
                <a:solidFill>
                  <a:schemeClr val="bg2"/>
                </a:solidFill>
              </a:rPr>
              <a:t>d’eines</a:t>
            </a:r>
            <a:r>
              <a:rPr lang="es-ES" sz="1600" dirty="0">
                <a:solidFill>
                  <a:schemeClr val="bg2"/>
                </a:solidFill>
              </a:rPr>
              <a:t> de </a:t>
            </a:r>
            <a:r>
              <a:rPr lang="es-ES" sz="1600" dirty="0" err="1">
                <a:solidFill>
                  <a:schemeClr val="bg2"/>
                </a:solidFill>
              </a:rPr>
              <a:t>tall</a:t>
            </a:r>
            <a:r>
              <a:rPr lang="es-ES" sz="1600" dirty="0">
                <a:solidFill>
                  <a:schemeClr val="bg2"/>
                </a:solidFill>
              </a:rPr>
              <a:t>, </a:t>
            </a:r>
            <a:r>
              <a:rPr lang="es-ES" sz="1600" dirty="0" err="1">
                <a:solidFill>
                  <a:schemeClr val="bg2"/>
                </a:solidFill>
              </a:rPr>
              <a:t>així</a:t>
            </a:r>
            <a:r>
              <a:rPr lang="es-ES" sz="1600" dirty="0">
                <a:solidFill>
                  <a:schemeClr val="bg2"/>
                </a:solidFill>
              </a:rPr>
              <a:t> </a:t>
            </a:r>
            <a:r>
              <a:rPr lang="es-ES" sz="1600" dirty="0" err="1">
                <a:solidFill>
                  <a:schemeClr val="bg2"/>
                </a:solidFill>
              </a:rPr>
              <a:t>com</a:t>
            </a:r>
            <a:r>
              <a:rPr lang="es-ES" sz="1600" dirty="0">
                <a:solidFill>
                  <a:schemeClr val="bg2"/>
                </a:solidFill>
              </a:rPr>
              <a:t> </a:t>
            </a:r>
            <a:r>
              <a:rPr lang="es-ES" sz="1600" dirty="0" err="1">
                <a:solidFill>
                  <a:schemeClr val="bg2"/>
                </a:solidFill>
              </a:rPr>
              <a:t>l’esmolat</a:t>
            </a:r>
            <a:r>
              <a:rPr lang="es-ES" sz="1600" dirty="0">
                <a:solidFill>
                  <a:schemeClr val="bg2"/>
                </a:solidFill>
              </a:rPr>
              <a:t> </a:t>
            </a:r>
            <a:r>
              <a:rPr lang="es-ES" sz="1600" dirty="0" err="1">
                <a:solidFill>
                  <a:schemeClr val="bg2"/>
                </a:solidFill>
              </a:rPr>
              <a:t>professional</a:t>
            </a:r>
            <a:r>
              <a:rPr lang="es-ES" sz="1600" dirty="0">
                <a:solidFill>
                  <a:schemeClr val="bg2"/>
                </a:solidFill>
              </a:rPr>
              <a:t> de </a:t>
            </a:r>
            <a:r>
              <a:rPr lang="es-ES" sz="1600" dirty="0" err="1">
                <a:solidFill>
                  <a:schemeClr val="bg2"/>
                </a:solidFill>
              </a:rPr>
              <a:t>tot</a:t>
            </a:r>
            <a:r>
              <a:rPr lang="es-ES" sz="1600" dirty="0">
                <a:solidFill>
                  <a:schemeClr val="bg2"/>
                </a:solidFill>
              </a:rPr>
              <a:t> </a:t>
            </a:r>
            <a:r>
              <a:rPr lang="es-ES" sz="1600" dirty="0" err="1">
                <a:solidFill>
                  <a:schemeClr val="bg2"/>
                </a:solidFill>
              </a:rPr>
              <a:t>tipus</a:t>
            </a:r>
            <a:r>
              <a:rPr lang="es-ES" sz="1600" dirty="0">
                <a:solidFill>
                  <a:schemeClr val="bg2"/>
                </a:solidFill>
              </a:rPr>
              <a:t> de </a:t>
            </a:r>
            <a:r>
              <a:rPr lang="es-ES" sz="1600" dirty="0" err="1">
                <a:solidFill>
                  <a:schemeClr val="bg2"/>
                </a:solidFill>
              </a:rPr>
              <a:t>ganivetes</a:t>
            </a:r>
            <a:r>
              <a:rPr lang="es-ES" sz="1600" dirty="0">
                <a:solidFill>
                  <a:schemeClr val="bg2"/>
                </a:solidFill>
              </a:rPr>
              <a:t> </a:t>
            </a:r>
            <a:r>
              <a:rPr lang="es-ES" sz="1600" dirty="0" err="1">
                <a:solidFill>
                  <a:schemeClr val="bg2"/>
                </a:solidFill>
              </a:rPr>
              <a:t>industrials</a:t>
            </a:r>
            <a:r>
              <a:rPr lang="es-ES" sz="1600" dirty="0">
                <a:solidFill>
                  <a:schemeClr val="bg2"/>
                </a:solidFill>
              </a:rPr>
              <a:t>.</a:t>
            </a:r>
          </a:p>
          <a:p>
            <a:pPr algn="just"/>
            <a:endParaRPr lang="es-ES" sz="1600" dirty="0">
              <a:solidFill>
                <a:schemeClr val="bg2"/>
              </a:solidFill>
            </a:endParaRPr>
          </a:p>
          <a:p>
            <a:pPr algn="just"/>
            <a:r>
              <a:rPr lang="ca-ES" sz="1600" dirty="0">
                <a:solidFill>
                  <a:schemeClr val="bg2"/>
                </a:solidFill>
              </a:rPr>
              <a:t>Disposem del nostre propi centre d’esmolats, amb personal qualificat, que permet garantir la qualitat i el servei que el client necessita.</a:t>
            </a:r>
          </a:p>
          <a:p>
            <a:pPr algn="just"/>
            <a:endParaRPr lang="ca-ES" sz="1600" dirty="0">
              <a:solidFill>
                <a:schemeClr val="bg1"/>
              </a:solidFill>
            </a:endParaRPr>
          </a:p>
        </p:txBody>
      </p:sp>
      <p:sp>
        <p:nvSpPr>
          <p:cNvPr id="9" name="Rectángulo 8">
            <a:extLst>
              <a:ext uri="{FF2B5EF4-FFF2-40B4-BE49-F238E27FC236}">
                <a16:creationId xmlns:a16="http://schemas.microsoft.com/office/drawing/2014/main" id="{71207689-0901-3A37-F446-7607C2B09662}"/>
              </a:ext>
            </a:extLst>
          </p:cNvPr>
          <p:cNvSpPr/>
          <p:nvPr/>
        </p:nvSpPr>
        <p:spPr>
          <a:xfrm>
            <a:off x="8540043" y="2410176"/>
            <a:ext cx="2935111" cy="4030133"/>
          </a:xfrm>
          <a:prstGeom prst="rect">
            <a:avLst/>
          </a:prstGeom>
          <a:solidFill>
            <a:schemeClr val="tx2"/>
          </a:solidFill>
          <a:ln w="28575">
            <a:solidFill>
              <a:schemeClr val="bg1"/>
            </a:solidFill>
          </a:ln>
        </p:spPr>
        <p:style>
          <a:lnRef idx="2">
            <a:schemeClr val="dk1"/>
          </a:lnRef>
          <a:fillRef idx="1">
            <a:schemeClr val="lt1"/>
          </a:fillRef>
          <a:effectRef idx="0">
            <a:schemeClr val="dk1"/>
          </a:effectRef>
          <a:fontRef idx="minor">
            <a:schemeClr val="dk1"/>
          </a:fontRef>
        </p:style>
        <p:txBody>
          <a:bodyPr rtlCol="0" anchor="t"/>
          <a:lstStyle/>
          <a:p>
            <a:pPr algn="just"/>
            <a:endParaRPr lang="ca-ES" sz="1600" dirty="0">
              <a:solidFill>
                <a:schemeClr val="bg1"/>
              </a:solidFill>
            </a:endParaRPr>
          </a:p>
          <a:p>
            <a:pPr algn="just"/>
            <a:r>
              <a:rPr lang="ca-ES" sz="1600" dirty="0">
                <a:solidFill>
                  <a:schemeClr val="bg2"/>
                </a:solidFill>
              </a:rPr>
              <a:t>Donem als nostres clients la garantia de servei i qualitat dels materials per garantir una millora a la producció, així com assessorament per generar millores en els processos de tall a fi de generar menys </a:t>
            </a:r>
            <a:r>
              <a:rPr lang="ca-ES" sz="1600" dirty="0" err="1">
                <a:solidFill>
                  <a:schemeClr val="bg2"/>
                </a:solidFill>
              </a:rPr>
              <a:t>merma</a:t>
            </a:r>
            <a:r>
              <a:rPr lang="ca-ES" sz="1600" dirty="0">
                <a:solidFill>
                  <a:schemeClr val="bg2"/>
                </a:solidFill>
              </a:rPr>
              <a:t> del producte i garantir una millor vida útil de l’eina de tall.</a:t>
            </a:r>
            <a:br>
              <a:rPr lang="ca-ES" sz="1600" dirty="0">
                <a:solidFill>
                  <a:schemeClr val="bg2"/>
                </a:solidFill>
              </a:rPr>
            </a:br>
            <a:br>
              <a:rPr lang="ca-ES" sz="1600" dirty="0">
                <a:solidFill>
                  <a:schemeClr val="bg2"/>
                </a:solidFill>
              </a:rPr>
            </a:br>
            <a:r>
              <a:rPr lang="ca-ES" sz="1600" dirty="0">
                <a:solidFill>
                  <a:schemeClr val="bg2"/>
                </a:solidFill>
              </a:rPr>
              <a:t>Mantenim estocs pactats amb els clients per garantir un servei àgil i fiable, així com poder suplir urgències per no afectar a les produccions.</a:t>
            </a:r>
            <a:br>
              <a:rPr lang="ca-ES" sz="1600" dirty="0">
                <a:solidFill>
                  <a:schemeClr val="bg2"/>
                </a:solidFill>
              </a:rPr>
            </a:br>
            <a:endParaRPr lang="es-ES" sz="1600" dirty="0">
              <a:solidFill>
                <a:schemeClr val="bg2"/>
              </a:solidFill>
            </a:endParaRPr>
          </a:p>
        </p:txBody>
      </p:sp>
      <p:sp>
        <p:nvSpPr>
          <p:cNvPr id="2" name="Marcador de pie de página 1">
            <a:extLst>
              <a:ext uri="{FF2B5EF4-FFF2-40B4-BE49-F238E27FC236}">
                <a16:creationId xmlns:a16="http://schemas.microsoft.com/office/drawing/2014/main" id="{E548A0C6-3711-C0BF-B207-B64A5B296992}"/>
              </a:ext>
            </a:extLst>
          </p:cNvPr>
          <p:cNvSpPr>
            <a:spLocks noGrp="1"/>
          </p:cNvSpPr>
          <p:nvPr>
            <p:ph type="ftr" sz="quarter" idx="11"/>
          </p:nvPr>
        </p:nvSpPr>
        <p:spPr>
          <a:xfrm>
            <a:off x="62083" y="6440309"/>
            <a:ext cx="5901189" cy="320040"/>
          </a:xfrm>
        </p:spPr>
        <p:txBody>
          <a:bodyPr/>
          <a:lstStyle/>
          <a:p>
            <a:r>
              <a:rPr lang="es-ES" dirty="0">
                <a:solidFill>
                  <a:schemeClr val="bg1">
                    <a:alpha val="70000"/>
                  </a:schemeClr>
                </a:solidFill>
              </a:rPr>
              <a:t>ESMOTECH2026 SL</a:t>
            </a:r>
          </a:p>
        </p:txBody>
      </p:sp>
      <p:sp>
        <p:nvSpPr>
          <p:cNvPr id="3" name="Marcador de número de diapositiva 2">
            <a:extLst>
              <a:ext uri="{FF2B5EF4-FFF2-40B4-BE49-F238E27FC236}">
                <a16:creationId xmlns:a16="http://schemas.microsoft.com/office/drawing/2014/main" id="{BB0C9D8F-3E5C-64E4-ECF3-75EE4DD42E20}"/>
              </a:ext>
            </a:extLst>
          </p:cNvPr>
          <p:cNvSpPr>
            <a:spLocks noGrp="1"/>
          </p:cNvSpPr>
          <p:nvPr>
            <p:ph type="sldNum" sz="quarter" idx="12"/>
          </p:nvPr>
        </p:nvSpPr>
        <p:spPr>
          <a:xfrm>
            <a:off x="11764157" y="6403820"/>
            <a:ext cx="365760" cy="365760"/>
          </a:xfrm>
        </p:spPr>
        <p:txBody>
          <a:bodyPr/>
          <a:lstStyle/>
          <a:p>
            <a:fld id="{95582461-8F8D-46DF-B209-82C863C990CB}" type="slidenum">
              <a:rPr lang="es-ES" smtClean="0"/>
              <a:t>2</a:t>
            </a:fld>
            <a:endParaRPr lang="es-ES"/>
          </a:p>
        </p:txBody>
      </p:sp>
    </p:spTree>
    <p:extLst>
      <p:ext uri="{BB962C8B-B14F-4D97-AF65-F5344CB8AC3E}">
        <p14:creationId xmlns:p14="http://schemas.microsoft.com/office/powerpoint/2010/main" val="394819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53404B2-6E19-D78D-7A1D-083E18690042}"/>
              </a:ext>
            </a:extLst>
          </p:cNvPr>
          <p:cNvSpPr>
            <a:spLocks noGrp="1"/>
          </p:cNvSpPr>
          <p:nvPr>
            <p:ph type="title"/>
          </p:nvPr>
        </p:nvSpPr>
        <p:spPr>
          <a:xfrm>
            <a:off x="86531" y="259153"/>
            <a:ext cx="4394200" cy="1582347"/>
          </a:xfrm>
          <a:noFill/>
          <a:ln>
            <a:solidFill>
              <a:schemeClr val="bg1"/>
            </a:solidFill>
          </a:ln>
        </p:spPr>
        <p:txBody>
          <a:bodyPr vert="horz" wrap="square" lIns="182880" tIns="182880" rIns="182880" bIns="182880" rtlCol="0" anchor="ctr">
            <a:noAutofit/>
          </a:bodyPr>
          <a:lstStyle/>
          <a:p>
            <a:r>
              <a:rPr lang="en-US" sz="2000" b="1" dirty="0" err="1">
                <a:solidFill>
                  <a:schemeClr val="bg1"/>
                </a:solidFill>
                <a:latin typeface="Audiowide" panose="02000503000000020004" pitchFamily="2" charset="0"/>
              </a:rPr>
              <a:t>Serveis</a:t>
            </a:r>
            <a:r>
              <a:rPr lang="en-US" sz="2000" b="1" dirty="0">
                <a:solidFill>
                  <a:schemeClr val="bg1"/>
                </a:solidFill>
                <a:latin typeface="Audiowide" panose="02000503000000020004" pitchFamily="2" charset="0"/>
              </a:rPr>
              <a:t> </a:t>
            </a:r>
            <a:r>
              <a:rPr lang="en-US" sz="2000" b="1" dirty="0" err="1">
                <a:solidFill>
                  <a:schemeClr val="bg1"/>
                </a:solidFill>
                <a:latin typeface="Audiowide" panose="02000503000000020004" pitchFamily="2" charset="0"/>
              </a:rPr>
              <a:t>d’ESMOLATS</a:t>
            </a:r>
            <a:r>
              <a:rPr lang="en-US" sz="2000" b="1" dirty="0">
                <a:solidFill>
                  <a:schemeClr val="bg1"/>
                </a:solidFill>
                <a:latin typeface="Audiowide" panose="02000503000000020004" pitchFamily="2" charset="0"/>
              </a:rPr>
              <a:t> </a:t>
            </a:r>
            <a:r>
              <a:rPr lang="en-US" sz="2000" b="1" dirty="0" err="1">
                <a:solidFill>
                  <a:schemeClr val="bg1"/>
                </a:solidFill>
                <a:latin typeface="Audiowide" panose="02000503000000020004" pitchFamily="2" charset="0"/>
              </a:rPr>
              <a:t>especialitzats</a:t>
            </a:r>
            <a:r>
              <a:rPr lang="en-US" sz="2000" b="1" dirty="0">
                <a:solidFill>
                  <a:schemeClr val="bg1"/>
                </a:solidFill>
                <a:latin typeface="Audiowide" panose="02000503000000020004" pitchFamily="2" charset="0"/>
              </a:rPr>
              <a:t> per a la </a:t>
            </a:r>
            <a:r>
              <a:rPr lang="en-US" sz="2000" b="1" dirty="0" err="1">
                <a:solidFill>
                  <a:schemeClr val="bg1"/>
                </a:solidFill>
                <a:latin typeface="Audiowide" panose="02000503000000020004" pitchFamily="2" charset="0"/>
              </a:rPr>
              <a:t>indústria</a:t>
            </a:r>
            <a:r>
              <a:rPr lang="en-US" sz="2000" b="1" dirty="0">
                <a:solidFill>
                  <a:schemeClr val="bg1"/>
                </a:solidFill>
                <a:latin typeface="Audiowide" panose="02000503000000020004" pitchFamily="2" charset="0"/>
              </a:rPr>
              <a:t> </a:t>
            </a:r>
            <a:r>
              <a:rPr lang="en-US" sz="2000" b="1" dirty="0" err="1">
                <a:solidFill>
                  <a:schemeClr val="bg1"/>
                </a:solidFill>
                <a:latin typeface="Audiowide" panose="02000503000000020004" pitchFamily="2" charset="0"/>
              </a:rPr>
              <a:t>alimentària</a:t>
            </a:r>
            <a:endParaRPr lang="en-US" sz="2000" b="1" dirty="0">
              <a:solidFill>
                <a:schemeClr val="bg1"/>
              </a:solidFill>
              <a:latin typeface="Audiowide" panose="02000503000000020004" pitchFamily="2" charset="0"/>
            </a:endParaRPr>
          </a:p>
        </p:txBody>
      </p:sp>
      <p:sp>
        <p:nvSpPr>
          <p:cNvPr id="4" name="Marcador de contenido 3">
            <a:extLst>
              <a:ext uri="{FF2B5EF4-FFF2-40B4-BE49-F238E27FC236}">
                <a16:creationId xmlns:a16="http://schemas.microsoft.com/office/drawing/2014/main" id="{292A7AE3-AFA0-1E36-AB6F-5829A2805B0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6530" y="2179354"/>
            <a:ext cx="4394199" cy="4486489"/>
          </a:xfrm>
        </p:spPr>
        <p:txBody>
          <a:bodyPr>
            <a:noAutofit/>
          </a:bodyPr>
          <a:lstStyle/>
          <a:p>
            <a:pPr marL="0" indent="0">
              <a:lnSpc>
                <a:spcPct val="90000"/>
              </a:lnSpc>
              <a:spcBef>
                <a:spcPts val="2500"/>
              </a:spcBef>
              <a:buFont typeface="Arial" panose="020B0604020202020204" pitchFamily="34" charset="0"/>
              <a:buNone/>
            </a:pPr>
            <a:r>
              <a:rPr lang="es-ES" sz="1600" b="1" dirty="0" err="1">
                <a:solidFill>
                  <a:schemeClr val="bg2"/>
                </a:solidFill>
              </a:rPr>
              <a:t>Serveis</a:t>
            </a:r>
            <a:r>
              <a:rPr lang="es-ES" sz="1600" b="1" dirty="0">
                <a:solidFill>
                  <a:schemeClr val="bg2"/>
                </a:solidFill>
              </a:rPr>
              <a:t> </a:t>
            </a:r>
            <a:r>
              <a:rPr lang="es-ES" sz="1600" b="1" dirty="0" err="1">
                <a:solidFill>
                  <a:schemeClr val="bg2"/>
                </a:solidFill>
              </a:rPr>
              <a:t>d’esmolats</a:t>
            </a:r>
            <a:r>
              <a:rPr lang="es-ES" sz="1600" b="1" dirty="0">
                <a:solidFill>
                  <a:schemeClr val="bg2"/>
                </a:solidFill>
              </a:rPr>
              <a:t> </a:t>
            </a:r>
            <a:r>
              <a:rPr lang="es-ES" sz="1600" b="1" dirty="0" err="1">
                <a:solidFill>
                  <a:schemeClr val="bg2"/>
                </a:solidFill>
              </a:rPr>
              <a:t>especialitzats</a:t>
            </a:r>
            <a:r>
              <a:rPr lang="es-ES" sz="1500" b="1" dirty="0">
                <a:solidFill>
                  <a:schemeClr val="bg2"/>
                </a:solidFill>
              </a:rPr>
              <a:t>.</a:t>
            </a:r>
          </a:p>
          <a:p>
            <a:r>
              <a:rPr lang="es-ES" sz="1500" dirty="0" err="1">
                <a:solidFill>
                  <a:schemeClr val="bg1"/>
                </a:solidFill>
              </a:rPr>
              <a:t>Oferim</a:t>
            </a:r>
            <a:r>
              <a:rPr lang="es-ES" sz="1500" dirty="0">
                <a:solidFill>
                  <a:schemeClr val="bg1"/>
                </a:solidFill>
              </a:rPr>
              <a:t> </a:t>
            </a:r>
            <a:r>
              <a:rPr lang="es-ES" sz="1500" dirty="0" err="1">
                <a:solidFill>
                  <a:schemeClr val="bg1"/>
                </a:solidFill>
              </a:rPr>
              <a:t>serveis</a:t>
            </a:r>
            <a:r>
              <a:rPr lang="es-ES" sz="1500" dirty="0">
                <a:solidFill>
                  <a:schemeClr val="bg1"/>
                </a:solidFill>
              </a:rPr>
              <a:t> </a:t>
            </a:r>
            <a:r>
              <a:rPr lang="es-ES" sz="1500" dirty="0" err="1">
                <a:solidFill>
                  <a:schemeClr val="bg1"/>
                </a:solidFill>
              </a:rPr>
              <a:t>d’esmolat</a:t>
            </a:r>
            <a:r>
              <a:rPr lang="es-ES" sz="1500" dirty="0">
                <a:solidFill>
                  <a:schemeClr val="bg1"/>
                </a:solidFill>
              </a:rPr>
              <a:t> </a:t>
            </a:r>
            <a:r>
              <a:rPr lang="es-ES" sz="1500" dirty="0" err="1">
                <a:solidFill>
                  <a:schemeClr val="bg1"/>
                </a:solidFill>
              </a:rPr>
              <a:t>pensats</a:t>
            </a:r>
            <a:r>
              <a:rPr lang="es-ES" sz="1500" dirty="0">
                <a:solidFill>
                  <a:schemeClr val="bg1"/>
                </a:solidFill>
              </a:rPr>
              <a:t> per donar </a:t>
            </a:r>
            <a:r>
              <a:rPr lang="es-ES" sz="1500" dirty="0" err="1">
                <a:solidFill>
                  <a:schemeClr val="bg1"/>
                </a:solidFill>
              </a:rPr>
              <a:t>resposta</a:t>
            </a:r>
            <a:r>
              <a:rPr lang="es-ES" sz="1500" dirty="0">
                <a:solidFill>
                  <a:schemeClr val="bg1"/>
                </a:solidFill>
              </a:rPr>
              <a:t> a les </a:t>
            </a:r>
            <a:r>
              <a:rPr lang="es-ES" sz="1500" dirty="0" err="1">
                <a:solidFill>
                  <a:schemeClr val="bg1"/>
                </a:solidFill>
              </a:rPr>
              <a:t>necessitats</a:t>
            </a:r>
            <a:r>
              <a:rPr lang="es-ES" sz="1500" dirty="0">
                <a:solidFill>
                  <a:schemeClr val="bg1"/>
                </a:solidFill>
              </a:rPr>
              <a:t> </a:t>
            </a:r>
            <a:r>
              <a:rPr lang="es-ES" sz="1500" dirty="0" err="1">
                <a:solidFill>
                  <a:schemeClr val="bg1"/>
                </a:solidFill>
              </a:rPr>
              <a:t>tècniques</a:t>
            </a:r>
            <a:r>
              <a:rPr lang="es-ES" sz="1500" dirty="0">
                <a:solidFill>
                  <a:schemeClr val="bg1"/>
                </a:solidFill>
              </a:rPr>
              <a:t> del sector </a:t>
            </a:r>
            <a:r>
              <a:rPr lang="es-ES" sz="1500" dirty="0" err="1">
                <a:solidFill>
                  <a:schemeClr val="bg1"/>
                </a:solidFill>
              </a:rPr>
              <a:t>alimentari</a:t>
            </a:r>
            <a:r>
              <a:rPr lang="es-ES" sz="1500" dirty="0">
                <a:solidFill>
                  <a:schemeClr val="bg1"/>
                </a:solidFill>
              </a:rPr>
              <a:t>, </a:t>
            </a:r>
            <a:r>
              <a:rPr lang="es-ES" sz="1500" dirty="0" err="1">
                <a:solidFill>
                  <a:schemeClr val="bg1"/>
                </a:solidFill>
              </a:rPr>
              <a:t>assegurant</a:t>
            </a:r>
            <a:r>
              <a:rPr lang="es-ES" sz="1500" dirty="0">
                <a:solidFill>
                  <a:schemeClr val="bg1"/>
                </a:solidFill>
              </a:rPr>
              <a:t> </a:t>
            </a:r>
            <a:r>
              <a:rPr lang="es-ES" sz="1500" dirty="0" err="1">
                <a:solidFill>
                  <a:schemeClr val="bg1"/>
                </a:solidFill>
              </a:rPr>
              <a:t>precisió</a:t>
            </a:r>
            <a:r>
              <a:rPr lang="es-ES" sz="1500" dirty="0">
                <a:solidFill>
                  <a:schemeClr val="bg1"/>
                </a:solidFill>
              </a:rPr>
              <a:t>, </a:t>
            </a:r>
            <a:r>
              <a:rPr lang="es-ES" sz="1500" dirty="0" err="1">
                <a:solidFill>
                  <a:schemeClr val="bg1"/>
                </a:solidFill>
              </a:rPr>
              <a:t>rendiment</a:t>
            </a:r>
            <a:r>
              <a:rPr lang="es-ES" sz="1500" dirty="0">
                <a:solidFill>
                  <a:schemeClr val="bg1"/>
                </a:solidFill>
              </a:rPr>
              <a:t> i una </a:t>
            </a:r>
            <a:r>
              <a:rPr lang="es-ES" sz="1500" dirty="0" err="1">
                <a:solidFill>
                  <a:schemeClr val="bg1"/>
                </a:solidFill>
              </a:rPr>
              <a:t>qualitat</a:t>
            </a:r>
            <a:r>
              <a:rPr lang="es-ES" sz="1500" dirty="0">
                <a:solidFill>
                  <a:schemeClr val="bg1"/>
                </a:solidFill>
              </a:rPr>
              <a:t> </a:t>
            </a:r>
            <a:r>
              <a:rPr lang="es-ES" sz="1500" dirty="0" err="1">
                <a:solidFill>
                  <a:schemeClr val="bg1"/>
                </a:solidFill>
              </a:rPr>
              <a:t>constant</a:t>
            </a:r>
            <a:r>
              <a:rPr lang="es-ES" sz="1500" dirty="0">
                <a:solidFill>
                  <a:schemeClr val="bg1"/>
                </a:solidFill>
              </a:rPr>
              <a:t> en cada </a:t>
            </a:r>
            <a:r>
              <a:rPr lang="es-ES" sz="1500" dirty="0" err="1">
                <a:solidFill>
                  <a:schemeClr val="bg1"/>
                </a:solidFill>
              </a:rPr>
              <a:t>peça</a:t>
            </a:r>
            <a:r>
              <a:rPr lang="es-ES" sz="1500" dirty="0">
                <a:solidFill>
                  <a:schemeClr val="bg1"/>
                </a:solidFill>
              </a:rPr>
              <a:t>.</a:t>
            </a:r>
          </a:p>
          <a:p>
            <a:pPr marL="0" indent="0">
              <a:lnSpc>
                <a:spcPct val="90000"/>
              </a:lnSpc>
              <a:spcBef>
                <a:spcPts val="2500"/>
              </a:spcBef>
              <a:buFont typeface="Arial" panose="020B0604020202020204" pitchFamily="34" charset="0"/>
              <a:buNone/>
            </a:pPr>
            <a:r>
              <a:rPr lang="es-ES" sz="1600" b="1" dirty="0" err="1">
                <a:solidFill>
                  <a:schemeClr val="bg2"/>
                </a:solidFill>
              </a:rPr>
              <a:t>Importància</a:t>
            </a:r>
            <a:r>
              <a:rPr lang="es-ES" sz="1600" b="1" dirty="0">
                <a:solidFill>
                  <a:schemeClr val="bg2"/>
                </a:solidFill>
              </a:rPr>
              <a:t> de la </a:t>
            </a:r>
            <a:r>
              <a:rPr lang="es-ES" sz="1600" b="1" dirty="0" err="1">
                <a:solidFill>
                  <a:schemeClr val="bg2"/>
                </a:solidFill>
              </a:rPr>
              <a:t>precisió</a:t>
            </a:r>
            <a:endParaRPr lang="es-ES" sz="1600" b="1" dirty="0">
              <a:solidFill>
                <a:schemeClr val="bg2"/>
              </a:solidFill>
            </a:endParaRPr>
          </a:p>
          <a:p>
            <a:pPr marL="285750" lvl="1" indent="-285750" algn="just">
              <a:lnSpc>
                <a:spcPct val="90000"/>
              </a:lnSpc>
            </a:pPr>
            <a:r>
              <a:rPr lang="es-ES" sz="1500" dirty="0">
                <a:solidFill>
                  <a:schemeClr val="bg1"/>
                </a:solidFill>
              </a:rPr>
              <a:t>Una </a:t>
            </a:r>
            <a:r>
              <a:rPr lang="es-ES" sz="1500" dirty="0" err="1">
                <a:solidFill>
                  <a:schemeClr val="bg1"/>
                </a:solidFill>
              </a:rPr>
              <a:t>eina</a:t>
            </a:r>
            <a:r>
              <a:rPr lang="es-ES" sz="1500" dirty="0">
                <a:solidFill>
                  <a:schemeClr val="bg1"/>
                </a:solidFill>
              </a:rPr>
              <a:t> ben </a:t>
            </a:r>
            <a:r>
              <a:rPr lang="es-ES" sz="1500" dirty="0" err="1">
                <a:solidFill>
                  <a:schemeClr val="bg1"/>
                </a:solidFill>
              </a:rPr>
              <a:t>esmolada</a:t>
            </a:r>
            <a:r>
              <a:rPr lang="es-ES" sz="1500" dirty="0">
                <a:solidFill>
                  <a:schemeClr val="bg1"/>
                </a:solidFill>
              </a:rPr>
              <a:t> </a:t>
            </a:r>
            <a:r>
              <a:rPr lang="es-ES" sz="1500" dirty="0" err="1">
                <a:solidFill>
                  <a:schemeClr val="bg1"/>
                </a:solidFill>
              </a:rPr>
              <a:t>és</a:t>
            </a:r>
            <a:r>
              <a:rPr lang="es-ES" sz="1500" dirty="0">
                <a:solidFill>
                  <a:schemeClr val="bg1"/>
                </a:solidFill>
              </a:rPr>
              <a:t> </a:t>
            </a:r>
            <a:r>
              <a:rPr lang="es-ES" sz="1500" dirty="0" err="1">
                <a:solidFill>
                  <a:schemeClr val="bg1"/>
                </a:solidFill>
              </a:rPr>
              <a:t>essencial</a:t>
            </a:r>
            <a:r>
              <a:rPr lang="es-ES" sz="1500" dirty="0">
                <a:solidFill>
                  <a:schemeClr val="bg1"/>
                </a:solidFill>
              </a:rPr>
              <a:t> per garantir </a:t>
            </a:r>
            <a:r>
              <a:rPr lang="es-ES" sz="1500" dirty="0" err="1">
                <a:solidFill>
                  <a:schemeClr val="bg1"/>
                </a:solidFill>
              </a:rPr>
              <a:t>eficiència</a:t>
            </a:r>
            <a:r>
              <a:rPr lang="es-ES" sz="1500" dirty="0">
                <a:solidFill>
                  <a:schemeClr val="bg1"/>
                </a:solidFill>
              </a:rPr>
              <a:t>, </a:t>
            </a:r>
            <a:r>
              <a:rPr lang="es-ES" sz="1500" dirty="0" err="1">
                <a:solidFill>
                  <a:schemeClr val="bg1"/>
                </a:solidFill>
              </a:rPr>
              <a:t>seguretat</a:t>
            </a:r>
            <a:r>
              <a:rPr lang="es-ES" sz="1500" dirty="0">
                <a:solidFill>
                  <a:schemeClr val="bg1"/>
                </a:solidFill>
              </a:rPr>
              <a:t> i </a:t>
            </a:r>
            <a:r>
              <a:rPr lang="es-ES" sz="1500" dirty="0" err="1">
                <a:solidFill>
                  <a:schemeClr val="bg1"/>
                </a:solidFill>
              </a:rPr>
              <a:t>regularitat</a:t>
            </a:r>
            <a:r>
              <a:rPr lang="es-ES" sz="1500" dirty="0">
                <a:solidFill>
                  <a:schemeClr val="bg1"/>
                </a:solidFill>
              </a:rPr>
              <a:t> en totes les </a:t>
            </a:r>
            <a:r>
              <a:rPr lang="es-ES" sz="1500" dirty="0" err="1">
                <a:solidFill>
                  <a:schemeClr val="bg1"/>
                </a:solidFill>
              </a:rPr>
              <a:t>operacions</a:t>
            </a:r>
            <a:r>
              <a:rPr lang="es-ES" sz="1500" dirty="0">
                <a:solidFill>
                  <a:schemeClr val="bg1"/>
                </a:solidFill>
              </a:rPr>
              <a:t> de </a:t>
            </a:r>
            <a:r>
              <a:rPr lang="es-ES" sz="1500" dirty="0" err="1">
                <a:solidFill>
                  <a:schemeClr val="bg1"/>
                </a:solidFill>
              </a:rPr>
              <a:t>tall</a:t>
            </a:r>
            <a:r>
              <a:rPr lang="es-ES" sz="1500" dirty="0">
                <a:solidFill>
                  <a:schemeClr val="bg1"/>
                </a:solidFill>
              </a:rPr>
              <a:t>. La </a:t>
            </a:r>
            <a:r>
              <a:rPr lang="es-ES" sz="1500" dirty="0" err="1">
                <a:solidFill>
                  <a:schemeClr val="bg1"/>
                </a:solidFill>
              </a:rPr>
              <a:t>nostra</a:t>
            </a:r>
            <a:r>
              <a:rPr lang="es-ES" sz="1500" dirty="0">
                <a:solidFill>
                  <a:schemeClr val="bg1"/>
                </a:solidFill>
              </a:rPr>
              <a:t> </a:t>
            </a:r>
            <a:r>
              <a:rPr lang="es-ES" sz="1500" dirty="0" err="1">
                <a:solidFill>
                  <a:schemeClr val="bg1"/>
                </a:solidFill>
              </a:rPr>
              <a:t>experiència</a:t>
            </a:r>
            <a:r>
              <a:rPr lang="es-ES" sz="1500" dirty="0">
                <a:solidFill>
                  <a:schemeClr val="bg1"/>
                </a:solidFill>
              </a:rPr>
              <a:t> </a:t>
            </a:r>
            <a:r>
              <a:rPr lang="es-ES" sz="1500" dirty="0" err="1">
                <a:solidFill>
                  <a:schemeClr val="bg1"/>
                </a:solidFill>
              </a:rPr>
              <a:t>assegura</a:t>
            </a:r>
            <a:r>
              <a:rPr lang="es-ES" sz="1500" dirty="0">
                <a:solidFill>
                  <a:schemeClr val="bg1"/>
                </a:solidFill>
              </a:rPr>
              <a:t> </a:t>
            </a:r>
            <a:r>
              <a:rPr lang="es-ES" sz="1500" dirty="0" err="1">
                <a:solidFill>
                  <a:schemeClr val="bg1"/>
                </a:solidFill>
              </a:rPr>
              <a:t>resultats</a:t>
            </a:r>
            <a:r>
              <a:rPr lang="es-ES" sz="1500" dirty="0">
                <a:solidFill>
                  <a:schemeClr val="bg1"/>
                </a:solidFill>
              </a:rPr>
              <a:t> fiables.</a:t>
            </a:r>
          </a:p>
          <a:p>
            <a:pPr marL="0" lvl="1" indent="0" algn="just">
              <a:lnSpc>
                <a:spcPct val="90000"/>
              </a:lnSpc>
              <a:buNone/>
            </a:pPr>
            <a:r>
              <a:rPr lang="es-ES" sz="1400" dirty="0"/>
              <a:t> </a:t>
            </a:r>
            <a:r>
              <a:rPr lang="es-ES" sz="1600" b="1" dirty="0" err="1">
                <a:solidFill>
                  <a:schemeClr val="bg2"/>
                </a:solidFill>
              </a:rPr>
              <a:t>Personalització</a:t>
            </a:r>
            <a:r>
              <a:rPr lang="es-ES" sz="1600" b="1" dirty="0">
                <a:solidFill>
                  <a:schemeClr val="bg2"/>
                </a:solidFill>
              </a:rPr>
              <a:t> del </a:t>
            </a:r>
            <a:r>
              <a:rPr lang="es-ES" sz="1600" b="1" dirty="0" err="1">
                <a:solidFill>
                  <a:schemeClr val="bg2"/>
                </a:solidFill>
              </a:rPr>
              <a:t>servei</a:t>
            </a:r>
            <a:endParaRPr lang="es-ES" sz="1600" b="1" dirty="0">
              <a:solidFill>
                <a:schemeClr val="bg2"/>
              </a:solidFill>
            </a:endParaRPr>
          </a:p>
          <a:p>
            <a:pPr marL="285750" lvl="1" indent="-285750" algn="just">
              <a:lnSpc>
                <a:spcPct val="90000"/>
              </a:lnSpc>
            </a:pPr>
            <a:r>
              <a:rPr lang="es-ES" sz="1500" dirty="0" err="1">
                <a:solidFill>
                  <a:schemeClr val="bg1"/>
                </a:solidFill>
              </a:rPr>
              <a:t>Adaptem</a:t>
            </a:r>
            <a:r>
              <a:rPr lang="es-ES" sz="1500" dirty="0">
                <a:solidFill>
                  <a:schemeClr val="bg1"/>
                </a:solidFill>
              </a:rPr>
              <a:t> </a:t>
            </a:r>
            <a:r>
              <a:rPr lang="es-ES" sz="1500" dirty="0" err="1">
                <a:solidFill>
                  <a:schemeClr val="bg1"/>
                </a:solidFill>
              </a:rPr>
              <a:t>els</a:t>
            </a:r>
            <a:r>
              <a:rPr lang="es-ES" sz="1500" dirty="0">
                <a:solidFill>
                  <a:schemeClr val="bg1"/>
                </a:solidFill>
              </a:rPr>
              <a:t> </a:t>
            </a:r>
            <a:r>
              <a:rPr lang="es-ES" sz="1500" dirty="0" err="1">
                <a:solidFill>
                  <a:schemeClr val="bg1"/>
                </a:solidFill>
              </a:rPr>
              <a:t>nostres</a:t>
            </a:r>
            <a:r>
              <a:rPr lang="es-ES" sz="1500" dirty="0">
                <a:solidFill>
                  <a:schemeClr val="bg1"/>
                </a:solidFill>
              </a:rPr>
              <a:t> </a:t>
            </a:r>
            <a:r>
              <a:rPr lang="es-ES" sz="1500" dirty="0" err="1">
                <a:solidFill>
                  <a:schemeClr val="bg1"/>
                </a:solidFill>
              </a:rPr>
              <a:t>esmolats</a:t>
            </a:r>
            <a:r>
              <a:rPr lang="es-ES" sz="1500" dirty="0">
                <a:solidFill>
                  <a:schemeClr val="bg1"/>
                </a:solidFill>
              </a:rPr>
              <a:t> a les </a:t>
            </a:r>
            <a:r>
              <a:rPr lang="es-ES" sz="1500" dirty="0" err="1">
                <a:solidFill>
                  <a:schemeClr val="bg1"/>
                </a:solidFill>
              </a:rPr>
              <a:t>necessitats</a:t>
            </a:r>
            <a:r>
              <a:rPr lang="es-ES" sz="1500" dirty="0">
                <a:solidFill>
                  <a:schemeClr val="bg1"/>
                </a:solidFill>
              </a:rPr>
              <a:t> específiques de cada </a:t>
            </a:r>
            <a:r>
              <a:rPr lang="es-ES" sz="1500" dirty="0" err="1">
                <a:solidFill>
                  <a:schemeClr val="bg1"/>
                </a:solidFill>
              </a:rPr>
              <a:t>client</a:t>
            </a:r>
            <a:r>
              <a:rPr lang="es-ES" sz="1500" dirty="0">
                <a:solidFill>
                  <a:schemeClr val="bg1"/>
                </a:solidFill>
              </a:rPr>
              <a:t>, </a:t>
            </a:r>
            <a:r>
              <a:rPr lang="es-ES" sz="1500" dirty="0" err="1">
                <a:solidFill>
                  <a:schemeClr val="bg1"/>
                </a:solidFill>
              </a:rPr>
              <a:t>optimitzant</a:t>
            </a:r>
            <a:r>
              <a:rPr lang="es-ES" sz="1500" dirty="0">
                <a:solidFill>
                  <a:schemeClr val="bg1"/>
                </a:solidFill>
              </a:rPr>
              <a:t> </a:t>
            </a:r>
            <a:r>
              <a:rPr lang="es-ES" sz="1500" dirty="0" err="1">
                <a:solidFill>
                  <a:schemeClr val="bg1"/>
                </a:solidFill>
              </a:rPr>
              <a:t>rendiment</a:t>
            </a:r>
            <a:r>
              <a:rPr lang="es-ES" sz="1500" dirty="0">
                <a:solidFill>
                  <a:schemeClr val="bg1"/>
                </a:solidFill>
              </a:rPr>
              <a:t>, </a:t>
            </a:r>
            <a:r>
              <a:rPr lang="es-ES" sz="1500" dirty="0" err="1">
                <a:solidFill>
                  <a:schemeClr val="bg1"/>
                </a:solidFill>
              </a:rPr>
              <a:t>durabilitat</a:t>
            </a:r>
            <a:r>
              <a:rPr lang="es-ES" sz="1500" dirty="0">
                <a:solidFill>
                  <a:schemeClr val="bg1"/>
                </a:solidFill>
              </a:rPr>
              <a:t> i </a:t>
            </a:r>
            <a:r>
              <a:rPr lang="es-ES" sz="1500" dirty="0" err="1">
                <a:solidFill>
                  <a:schemeClr val="bg1"/>
                </a:solidFill>
              </a:rPr>
              <a:t>funcionament</a:t>
            </a:r>
            <a:r>
              <a:rPr lang="es-ES" sz="1500" dirty="0">
                <a:solidFill>
                  <a:schemeClr val="bg1"/>
                </a:solidFill>
              </a:rPr>
              <a:t> de les </a:t>
            </a:r>
            <a:r>
              <a:rPr lang="es-ES" sz="1500" dirty="0" err="1">
                <a:solidFill>
                  <a:schemeClr val="bg1"/>
                </a:solidFill>
              </a:rPr>
              <a:t>eines</a:t>
            </a:r>
            <a:r>
              <a:rPr lang="es-ES" sz="1500" dirty="0">
                <a:solidFill>
                  <a:schemeClr val="bg1"/>
                </a:solidFill>
              </a:rPr>
              <a:t> per </a:t>
            </a:r>
            <a:r>
              <a:rPr lang="es-ES" sz="1500" dirty="0" err="1">
                <a:solidFill>
                  <a:schemeClr val="bg1"/>
                </a:solidFill>
              </a:rPr>
              <a:t>obtenir</a:t>
            </a:r>
            <a:r>
              <a:rPr lang="es-ES" sz="1500" dirty="0">
                <a:solidFill>
                  <a:schemeClr val="bg1"/>
                </a:solidFill>
              </a:rPr>
              <a:t> el </a:t>
            </a:r>
            <a:r>
              <a:rPr lang="es-ES" sz="1500" dirty="0" err="1">
                <a:solidFill>
                  <a:schemeClr val="bg1"/>
                </a:solidFill>
              </a:rPr>
              <a:t>màxim</a:t>
            </a:r>
            <a:r>
              <a:rPr lang="es-ES" sz="1500" dirty="0">
                <a:solidFill>
                  <a:schemeClr val="bg1"/>
                </a:solidFill>
              </a:rPr>
              <a:t> </a:t>
            </a:r>
            <a:r>
              <a:rPr lang="es-ES" sz="1500" dirty="0" err="1">
                <a:solidFill>
                  <a:schemeClr val="bg1"/>
                </a:solidFill>
              </a:rPr>
              <a:t>resultat</a:t>
            </a:r>
            <a:r>
              <a:rPr lang="es-ES" sz="1500" dirty="0">
                <a:solidFill>
                  <a:schemeClr val="bg1"/>
                </a:solidFill>
              </a:rPr>
              <a:t> en </a:t>
            </a:r>
            <a:r>
              <a:rPr lang="es-ES" sz="1500" dirty="0" err="1">
                <a:solidFill>
                  <a:schemeClr val="bg1"/>
                </a:solidFill>
              </a:rPr>
              <a:t>producció</a:t>
            </a:r>
            <a:r>
              <a:rPr lang="es-ES" sz="1500" dirty="0">
                <a:solidFill>
                  <a:schemeClr val="bg1"/>
                </a:solidFill>
              </a:rPr>
              <a:t>.</a:t>
            </a:r>
          </a:p>
          <a:p>
            <a:pPr marL="0" lvl="1" indent="0" algn="just">
              <a:lnSpc>
                <a:spcPct val="90000"/>
              </a:lnSpc>
              <a:buNone/>
            </a:pPr>
            <a:endParaRPr lang="es-ES" sz="1600" b="1" dirty="0">
              <a:solidFill>
                <a:schemeClr val="bg2"/>
              </a:solidFill>
            </a:endParaRPr>
          </a:p>
        </p:txBody>
      </p:sp>
      <p:pic>
        <p:nvPicPr>
          <p:cNvPr id="5" name="Imagen 4" descr="Imagen que contiene electrodomésticos, secadora, aparato, micrófono&#10;&#10;El contenido generado por IA puede ser incorrecto.">
            <a:extLst>
              <a:ext uri="{FF2B5EF4-FFF2-40B4-BE49-F238E27FC236}">
                <a16:creationId xmlns:a16="http://schemas.microsoft.com/office/drawing/2014/main" id="{4D1C9CC2-C820-F0AE-9C49-AD82C8F97A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7262" y="0"/>
            <a:ext cx="7624737" cy="6858000"/>
          </a:xfrm>
          <a:prstGeom prst="rect">
            <a:avLst/>
          </a:prstGeom>
        </p:spPr>
      </p:pic>
      <p:pic>
        <p:nvPicPr>
          <p:cNvPr id="7" name="Imagen 6" descr="Imagen que contiene transporte, freno, juego, vídeo&#10;&#10;El contenido generado por IA puede ser incorrecto.">
            <a:extLst>
              <a:ext uri="{FF2B5EF4-FFF2-40B4-BE49-F238E27FC236}">
                <a16:creationId xmlns:a16="http://schemas.microsoft.com/office/drawing/2014/main" id="{6E80391F-873E-8507-A4E9-9F80F4487C4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2000"/>
                    </a14:imgEffect>
                    <a14:imgEffect>
                      <a14:colorTemperature colorTemp="10813"/>
                    </a14:imgEffect>
                    <a14:imgEffect>
                      <a14:saturation sat="0"/>
                    </a14:imgEffect>
                    <a14:imgEffect>
                      <a14:brightnessContrast bright="-2000" contrast="26000"/>
                    </a14:imgEffect>
                  </a14:imgLayer>
                </a14:imgProps>
              </a:ext>
              <a:ext uri="{28A0092B-C50C-407E-A947-70E740481C1C}">
                <a14:useLocalDpi xmlns:a14="http://schemas.microsoft.com/office/drawing/2010/main" val="0"/>
              </a:ext>
            </a:extLst>
          </a:blip>
          <a:srcRect t="1684" r="1" b="2083"/>
          <a:stretch>
            <a:fillRect/>
          </a:stretch>
        </p:blipFill>
        <p:spPr>
          <a:xfrm>
            <a:off x="5567020" y="72998"/>
            <a:ext cx="6981270" cy="6785002"/>
          </a:xfrm>
          <a:prstGeom prst="rect">
            <a:avLst/>
          </a:prstGeom>
        </p:spPr>
      </p:pic>
      <p:sp>
        <p:nvSpPr>
          <p:cNvPr id="3" name="Marcador de pie de página 2">
            <a:extLst>
              <a:ext uri="{FF2B5EF4-FFF2-40B4-BE49-F238E27FC236}">
                <a16:creationId xmlns:a16="http://schemas.microsoft.com/office/drawing/2014/main" id="{5817BA45-7FB0-B53E-9939-C198A122A694}"/>
              </a:ext>
            </a:extLst>
          </p:cNvPr>
          <p:cNvSpPr>
            <a:spLocks noGrp="1"/>
          </p:cNvSpPr>
          <p:nvPr>
            <p:ph type="ftr" sz="quarter" idx="11"/>
          </p:nvPr>
        </p:nvSpPr>
        <p:spPr>
          <a:xfrm>
            <a:off x="86530" y="6438827"/>
            <a:ext cx="5901189" cy="320040"/>
          </a:xfrm>
        </p:spPr>
        <p:txBody>
          <a:bodyPr/>
          <a:lstStyle/>
          <a:p>
            <a:r>
              <a:rPr lang="es-ES" dirty="0">
                <a:solidFill>
                  <a:schemeClr val="bg1">
                    <a:alpha val="70000"/>
                  </a:schemeClr>
                </a:solidFill>
              </a:rPr>
              <a:t>ESMOTECH2026 SL</a:t>
            </a:r>
          </a:p>
        </p:txBody>
      </p:sp>
      <p:sp>
        <p:nvSpPr>
          <p:cNvPr id="6" name="Marcador de número de diapositiva 5">
            <a:extLst>
              <a:ext uri="{FF2B5EF4-FFF2-40B4-BE49-F238E27FC236}">
                <a16:creationId xmlns:a16="http://schemas.microsoft.com/office/drawing/2014/main" id="{4DD469FE-BBC9-5325-8FF9-D2059EC1F05B}"/>
              </a:ext>
            </a:extLst>
          </p:cNvPr>
          <p:cNvSpPr>
            <a:spLocks noGrp="1"/>
          </p:cNvSpPr>
          <p:nvPr>
            <p:ph type="sldNum" sz="quarter" idx="12"/>
          </p:nvPr>
        </p:nvSpPr>
        <p:spPr>
          <a:xfrm>
            <a:off x="11739710" y="6393107"/>
            <a:ext cx="365760" cy="365760"/>
          </a:xfrm>
        </p:spPr>
        <p:txBody>
          <a:bodyPr/>
          <a:lstStyle/>
          <a:p>
            <a:fld id="{95582461-8F8D-46DF-B209-82C863C990CB}" type="slidenum">
              <a:rPr lang="es-ES" smtClean="0"/>
              <a:t>3</a:t>
            </a:fld>
            <a:endParaRPr lang="es-ES"/>
          </a:p>
        </p:txBody>
      </p:sp>
    </p:spTree>
    <p:extLst>
      <p:ext uri="{BB962C8B-B14F-4D97-AF65-F5344CB8AC3E}">
        <p14:creationId xmlns:p14="http://schemas.microsoft.com/office/powerpoint/2010/main" val="357668014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DB3953-A082-CBAD-0FBC-322AD92D17B1}"/>
              </a:ext>
            </a:extLst>
          </p:cNvPr>
          <p:cNvSpPr>
            <a:spLocks noGrp="1"/>
          </p:cNvSpPr>
          <p:nvPr>
            <p:ph type="title"/>
          </p:nvPr>
        </p:nvSpPr>
        <p:spPr>
          <a:xfrm>
            <a:off x="92764" y="224367"/>
            <a:ext cx="4452731" cy="1728044"/>
          </a:xfrm>
          <a:noFill/>
          <a:ln>
            <a:solidFill>
              <a:schemeClr val="bg1"/>
            </a:solidFill>
          </a:ln>
        </p:spPr>
        <p:txBody>
          <a:bodyPr wrap="square">
            <a:normAutofit/>
          </a:bodyPr>
          <a:lstStyle/>
          <a:p>
            <a:br>
              <a:rPr lang="es-ES" sz="2000" b="1" dirty="0">
                <a:solidFill>
                  <a:schemeClr val="bg1"/>
                </a:solidFill>
                <a:latin typeface="Audiowide" panose="02000503000000020004" pitchFamily="2" charset="0"/>
              </a:rPr>
            </a:br>
            <a:r>
              <a:rPr lang="es-ES" sz="1900" b="1" dirty="0" err="1">
                <a:solidFill>
                  <a:schemeClr val="bg1"/>
                </a:solidFill>
                <a:latin typeface="Audiowide" panose="02000503000000020004" pitchFamily="2" charset="0"/>
              </a:rPr>
              <a:t>esmolem</a:t>
            </a:r>
            <a:r>
              <a:rPr lang="es-ES" sz="1900" b="1" dirty="0">
                <a:solidFill>
                  <a:schemeClr val="bg1"/>
                </a:solidFill>
                <a:latin typeface="Audiowide" panose="02000503000000020004" pitchFamily="2" charset="0"/>
              </a:rPr>
              <a:t>/</a:t>
            </a:r>
            <a:r>
              <a:rPr lang="es-ES" sz="1900" b="1" dirty="0" err="1">
                <a:solidFill>
                  <a:schemeClr val="bg1"/>
                </a:solidFill>
                <a:latin typeface="Audiowide" panose="02000503000000020004" pitchFamily="2" charset="0"/>
              </a:rPr>
              <a:t>rectifiquem</a:t>
            </a:r>
            <a:endParaRPr lang="es-ES" sz="1900" b="1" dirty="0">
              <a:solidFill>
                <a:schemeClr val="bg1"/>
              </a:solidFill>
              <a:latin typeface="Audiowide" panose="02000503000000020004" pitchFamily="2" charset="0"/>
            </a:endParaRPr>
          </a:p>
        </p:txBody>
      </p:sp>
      <p:sp>
        <p:nvSpPr>
          <p:cNvPr id="3" name="Marcador de contenido 2">
            <a:extLst>
              <a:ext uri="{FF2B5EF4-FFF2-40B4-BE49-F238E27FC236}">
                <a16:creationId xmlns:a16="http://schemas.microsoft.com/office/drawing/2014/main" id="{412748A7-934B-9347-CF87-92C71B1DD77A}"/>
              </a:ext>
            </a:extLst>
          </p:cNvPr>
          <p:cNvSpPr>
            <a:spLocks noGrp="1"/>
          </p:cNvSpPr>
          <p:nvPr>
            <p:ph idx="1"/>
          </p:nvPr>
        </p:nvSpPr>
        <p:spPr>
          <a:xfrm>
            <a:off x="92764" y="2176779"/>
            <a:ext cx="3914678" cy="4314944"/>
          </a:xfrm>
        </p:spPr>
        <p:txBody>
          <a:bodyPr>
            <a:normAutofit/>
          </a:bodyPr>
          <a:lstStyle/>
          <a:p>
            <a:pPr marL="0" indent="0" algn="just">
              <a:lnSpc>
                <a:spcPct val="90000"/>
              </a:lnSpc>
              <a:buNone/>
            </a:pPr>
            <a:r>
              <a:rPr lang="es-ES" sz="1600" b="1" dirty="0" err="1">
                <a:solidFill>
                  <a:schemeClr val="bg2"/>
                </a:solidFill>
              </a:rPr>
              <a:t>Esmolem</a:t>
            </a:r>
            <a:r>
              <a:rPr lang="es-ES" sz="1600" b="1" dirty="0">
                <a:solidFill>
                  <a:schemeClr val="bg2"/>
                </a:solidFill>
              </a:rPr>
              <a:t> i </a:t>
            </a:r>
            <a:r>
              <a:rPr lang="es-ES" sz="1600" b="1" dirty="0" err="1">
                <a:solidFill>
                  <a:schemeClr val="bg2"/>
                </a:solidFill>
              </a:rPr>
              <a:t>rectifiquem</a:t>
            </a:r>
            <a:r>
              <a:rPr lang="es-ES" sz="1600" b="1" dirty="0">
                <a:solidFill>
                  <a:schemeClr val="bg2"/>
                </a:solidFill>
              </a:rPr>
              <a:t> </a:t>
            </a:r>
            <a:r>
              <a:rPr lang="es-ES" sz="1600" b="1" dirty="0" err="1">
                <a:solidFill>
                  <a:schemeClr val="bg2"/>
                </a:solidFill>
              </a:rPr>
              <a:t>tot</a:t>
            </a:r>
            <a:r>
              <a:rPr lang="es-ES" sz="1600" b="1" dirty="0">
                <a:solidFill>
                  <a:schemeClr val="bg2"/>
                </a:solidFill>
              </a:rPr>
              <a:t> </a:t>
            </a:r>
            <a:r>
              <a:rPr lang="es-ES" sz="1600" b="1" dirty="0" err="1">
                <a:solidFill>
                  <a:schemeClr val="bg2"/>
                </a:solidFill>
              </a:rPr>
              <a:t>tipus</a:t>
            </a:r>
            <a:r>
              <a:rPr lang="es-ES" sz="1600" b="1" dirty="0">
                <a:solidFill>
                  <a:schemeClr val="bg2"/>
                </a:solidFill>
              </a:rPr>
              <a:t> de </a:t>
            </a:r>
            <a:r>
              <a:rPr lang="es-ES" sz="1600" b="1" dirty="0" err="1">
                <a:solidFill>
                  <a:schemeClr val="bg2"/>
                </a:solidFill>
              </a:rPr>
              <a:t>ganivets</a:t>
            </a:r>
            <a:r>
              <a:rPr lang="es-ES" sz="1600" b="1" dirty="0">
                <a:solidFill>
                  <a:schemeClr val="bg2"/>
                </a:solidFill>
              </a:rPr>
              <a:t> i </a:t>
            </a:r>
            <a:r>
              <a:rPr lang="es-ES" sz="1600" b="1" dirty="0" err="1">
                <a:solidFill>
                  <a:schemeClr val="bg2"/>
                </a:solidFill>
              </a:rPr>
              <a:t>cutxilles</a:t>
            </a:r>
            <a:r>
              <a:rPr lang="es-ES" sz="1600" b="1" dirty="0">
                <a:solidFill>
                  <a:schemeClr val="bg2"/>
                </a:solidFill>
              </a:rPr>
              <a:t>.</a:t>
            </a:r>
          </a:p>
          <a:p>
            <a:pPr marL="0" indent="0" algn="just">
              <a:lnSpc>
                <a:spcPct val="90000"/>
              </a:lnSpc>
              <a:buNone/>
            </a:pPr>
            <a:endParaRPr lang="es-ES" sz="1300" dirty="0">
              <a:solidFill>
                <a:schemeClr val="bg1"/>
              </a:solidFill>
            </a:endParaRPr>
          </a:p>
          <a:p>
            <a:pPr lvl="1">
              <a:lnSpc>
                <a:spcPct val="90000"/>
              </a:lnSpc>
            </a:pPr>
            <a:r>
              <a:rPr lang="es-ES" sz="1500" dirty="0" err="1">
                <a:solidFill>
                  <a:schemeClr val="bg1"/>
                </a:solidFill>
              </a:rPr>
              <a:t>Ganivets</a:t>
            </a:r>
            <a:r>
              <a:rPr lang="es-ES" sz="1500" dirty="0">
                <a:solidFill>
                  <a:schemeClr val="bg1"/>
                </a:solidFill>
              </a:rPr>
              <a:t>/</a:t>
            </a:r>
            <a:r>
              <a:rPr lang="es-ES" sz="1500" dirty="0" err="1">
                <a:solidFill>
                  <a:schemeClr val="bg1"/>
                </a:solidFill>
              </a:rPr>
              <a:t>Tisores</a:t>
            </a:r>
            <a:endParaRPr lang="es-ES" sz="1500" dirty="0">
              <a:solidFill>
                <a:schemeClr val="bg1"/>
              </a:solidFill>
            </a:endParaRPr>
          </a:p>
          <a:p>
            <a:pPr lvl="1">
              <a:lnSpc>
                <a:spcPct val="90000"/>
              </a:lnSpc>
            </a:pPr>
            <a:r>
              <a:rPr lang="es-ES" sz="1500" dirty="0">
                <a:solidFill>
                  <a:schemeClr val="bg1"/>
                </a:solidFill>
              </a:rPr>
              <a:t>Plaques/</a:t>
            </a:r>
            <a:r>
              <a:rPr lang="es-ES" sz="1500" dirty="0" err="1">
                <a:solidFill>
                  <a:schemeClr val="bg1"/>
                </a:solidFill>
              </a:rPr>
              <a:t>Ganivetes</a:t>
            </a:r>
            <a:endParaRPr lang="es-ES" sz="1500" dirty="0">
              <a:solidFill>
                <a:schemeClr val="bg1"/>
              </a:solidFill>
            </a:endParaRPr>
          </a:p>
          <a:p>
            <a:pPr lvl="1">
              <a:lnSpc>
                <a:spcPct val="90000"/>
              </a:lnSpc>
            </a:pPr>
            <a:r>
              <a:rPr lang="es-ES" sz="1500" dirty="0" err="1">
                <a:solidFill>
                  <a:schemeClr val="bg1"/>
                </a:solidFill>
              </a:rPr>
              <a:t>Cutters</a:t>
            </a:r>
            <a:endParaRPr lang="es-ES" sz="1500" dirty="0">
              <a:solidFill>
                <a:schemeClr val="bg1"/>
              </a:solidFill>
            </a:endParaRPr>
          </a:p>
          <a:p>
            <a:pPr lvl="1">
              <a:lnSpc>
                <a:spcPct val="90000"/>
              </a:lnSpc>
            </a:pPr>
            <a:r>
              <a:rPr lang="es-ES" sz="1500" dirty="0" err="1">
                <a:solidFill>
                  <a:schemeClr val="bg1"/>
                </a:solidFill>
              </a:rPr>
              <a:t>Txuleteres</a:t>
            </a:r>
            <a:endParaRPr lang="es-ES" sz="1500" dirty="0">
              <a:solidFill>
                <a:schemeClr val="bg1"/>
              </a:solidFill>
            </a:endParaRPr>
          </a:p>
          <a:p>
            <a:pPr lvl="1">
              <a:lnSpc>
                <a:spcPct val="90000"/>
              </a:lnSpc>
            </a:pPr>
            <a:r>
              <a:rPr lang="es-ES" sz="1500" dirty="0" err="1">
                <a:solidFill>
                  <a:schemeClr val="bg1"/>
                </a:solidFill>
              </a:rPr>
              <a:t>Llescadores</a:t>
            </a:r>
            <a:endParaRPr lang="es-ES" sz="1500" dirty="0">
              <a:solidFill>
                <a:schemeClr val="bg1"/>
              </a:solidFill>
            </a:endParaRPr>
          </a:p>
          <a:p>
            <a:pPr lvl="1">
              <a:lnSpc>
                <a:spcPct val="90000"/>
              </a:lnSpc>
            </a:pPr>
            <a:r>
              <a:rPr lang="es-ES" sz="1500" dirty="0">
                <a:solidFill>
                  <a:schemeClr val="bg1"/>
                </a:solidFill>
              </a:rPr>
              <a:t>Talla fiambres</a:t>
            </a:r>
          </a:p>
          <a:p>
            <a:pPr lvl="1">
              <a:lnSpc>
                <a:spcPct val="90000"/>
              </a:lnSpc>
            </a:pPr>
            <a:r>
              <a:rPr lang="es-ES" sz="1500" dirty="0" err="1">
                <a:solidFill>
                  <a:schemeClr val="bg1"/>
                </a:solidFill>
              </a:rPr>
              <a:t>Culanes</a:t>
            </a:r>
            <a:endParaRPr lang="es-ES" sz="1500" dirty="0">
              <a:solidFill>
                <a:schemeClr val="bg1"/>
              </a:solidFill>
            </a:endParaRPr>
          </a:p>
          <a:p>
            <a:pPr lvl="1">
              <a:lnSpc>
                <a:spcPct val="90000"/>
              </a:lnSpc>
            </a:pPr>
            <a:r>
              <a:rPr lang="es-ES" sz="1500" dirty="0">
                <a:solidFill>
                  <a:schemeClr val="bg1"/>
                </a:solidFill>
              </a:rPr>
              <a:t>Serres </a:t>
            </a:r>
            <a:r>
              <a:rPr lang="es-ES" sz="1500" dirty="0" err="1">
                <a:solidFill>
                  <a:schemeClr val="bg1"/>
                </a:solidFill>
              </a:rPr>
              <a:t>Circulars</a:t>
            </a:r>
            <a:endParaRPr lang="es-ES" sz="1500" dirty="0">
              <a:solidFill>
                <a:schemeClr val="bg1"/>
              </a:solidFill>
            </a:endParaRPr>
          </a:p>
          <a:p>
            <a:pPr lvl="1">
              <a:lnSpc>
                <a:spcPct val="90000"/>
              </a:lnSpc>
            </a:pPr>
            <a:r>
              <a:rPr lang="es-ES" sz="1500" dirty="0" err="1">
                <a:solidFill>
                  <a:schemeClr val="bg1"/>
                </a:solidFill>
              </a:rPr>
              <a:t>Altres</a:t>
            </a:r>
            <a:r>
              <a:rPr lang="es-ES" sz="1500" dirty="0">
                <a:solidFill>
                  <a:schemeClr val="bg1"/>
                </a:solidFill>
              </a:rPr>
              <a:t>…</a:t>
            </a:r>
          </a:p>
        </p:txBody>
      </p:sp>
      <p:pic>
        <p:nvPicPr>
          <p:cNvPr id="6" name="Marcador de contenido 6" descr="Imagen que contiene interior, tabla, taza, café&#10;&#10;El contenido generado por IA puede ser incorrecto.">
            <a:extLst>
              <a:ext uri="{FF2B5EF4-FFF2-40B4-BE49-F238E27FC236}">
                <a16:creationId xmlns:a16="http://schemas.microsoft.com/office/drawing/2014/main" id="{A36E0014-2C64-9439-96F6-3E5E2B27E680}"/>
              </a:ext>
            </a:extLst>
          </p:cNvPr>
          <p:cNvPicPr>
            <a:picLocks noChangeAspect="1"/>
          </p:cNvPicPr>
          <p:nvPr/>
        </p:nvPicPr>
        <p:blipFill>
          <a:blip r:embed="rId3">
            <a:extLst>
              <a:ext uri="{28A0092B-C50C-407E-A947-70E740481C1C}">
                <a14:useLocalDpi xmlns:a14="http://schemas.microsoft.com/office/drawing/2010/main" val="0"/>
              </a:ext>
            </a:extLst>
          </a:blip>
          <a:srcRect t="14720" r="1" b="17044"/>
          <a:stretch>
            <a:fillRect/>
          </a:stretch>
        </p:blipFill>
        <p:spPr>
          <a:xfrm>
            <a:off x="4654297" y="10"/>
            <a:ext cx="7537702" cy="6857989"/>
          </a:xfrm>
          <a:prstGeom prst="rect">
            <a:avLst/>
          </a:prstGeom>
        </p:spPr>
      </p:pic>
      <p:sp>
        <p:nvSpPr>
          <p:cNvPr id="4" name="Marcador de pie de página 3">
            <a:extLst>
              <a:ext uri="{FF2B5EF4-FFF2-40B4-BE49-F238E27FC236}">
                <a16:creationId xmlns:a16="http://schemas.microsoft.com/office/drawing/2014/main" id="{54694521-EB38-6221-D2A7-1F2363301182}"/>
              </a:ext>
            </a:extLst>
          </p:cNvPr>
          <p:cNvSpPr>
            <a:spLocks noGrp="1"/>
          </p:cNvSpPr>
          <p:nvPr>
            <p:ph type="ftr" sz="quarter" idx="11"/>
          </p:nvPr>
        </p:nvSpPr>
        <p:spPr>
          <a:xfrm>
            <a:off x="49959" y="6473613"/>
            <a:ext cx="5901189" cy="320040"/>
          </a:xfrm>
        </p:spPr>
        <p:txBody>
          <a:bodyPr/>
          <a:lstStyle/>
          <a:p>
            <a:r>
              <a:rPr lang="es-ES" dirty="0">
                <a:solidFill>
                  <a:schemeClr val="bg1">
                    <a:alpha val="70000"/>
                  </a:schemeClr>
                </a:solidFill>
              </a:rPr>
              <a:t>ESMOTECH2026 SL</a:t>
            </a:r>
          </a:p>
        </p:txBody>
      </p:sp>
      <p:sp>
        <p:nvSpPr>
          <p:cNvPr id="5" name="Marcador de número de diapositiva 4">
            <a:extLst>
              <a:ext uri="{FF2B5EF4-FFF2-40B4-BE49-F238E27FC236}">
                <a16:creationId xmlns:a16="http://schemas.microsoft.com/office/drawing/2014/main" id="{C365F3E7-5EC5-9033-1FC8-A2C4174E956B}"/>
              </a:ext>
            </a:extLst>
          </p:cNvPr>
          <p:cNvSpPr>
            <a:spLocks noGrp="1"/>
          </p:cNvSpPr>
          <p:nvPr>
            <p:ph type="sldNum" sz="quarter" idx="12"/>
          </p:nvPr>
        </p:nvSpPr>
        <p:spPr>
          <a:xfrm>
            <a:off x="11776281" y="6427893"/>
            <a:ext cx="365760" cy="365760"/>
          </a:xfrm>
        </p:spPr>
        <p:txBody>
          <a:bodyPr/>
          <a:lstStyle/>
          <a:p>
            <a:fld id="{95582461-8F8D-46DF-B209-82C863C990CB}" type="slidenum">
              <a:rPr lang="es-ES" smtClean="0"/>
              <a:t>4</a:t>
            </a:fld>
            <a:endParaRPr lang="es-ES" dirty="0"/>
          </a:p>
        </p:txBody>
      </p:sp>
    </p:spTree>
    <p:extLst>
      <p:ext uri="{BB962C8B-B14F-4D97-AF65-F5344CB8AC3E}">
        <p14:creationId xmlns:p14="http://schemas.microsoft.com/office/powerpoint/2010/main" val="821476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7C13E7-8452-A8C5-39B9-C40028D6E458}"/>
              </a:ext>
            </a:extLst>
          </p:cNvPr>
          <p:cNvSpPr>
            <a:spLocks noGrp="1"/>
          </p:cNvSpPr>
          <p:nvPr>
            <p:ph type="title"/>
          </p:nvPr>
        </p:nvSpPr>
        <p:spPr>
          <a:xfrm>
            <a:off x="92764" y="237067"/>
            <a:ext cx="4452731" cy="1728044"/>
          </a:xfrm>
          <a:noFill/>
          <a:ln>
            <a:solidFill>
              <a:schemeClr val="bg1"/>
            </a:solidFill>
          </a:ln>
        </p:spPr>
        <p:txBody>
          <a:bodyPr vert="horz" wrap="square" lIns="182880" tIns="182880" rIns="182880" bIns="182880" rtlCol="0" anchor="ctr">
            <a:normAutofit/>
          </a:bodyPr>
          <a:lstStyle/>
          <a:p>
            <a:r>
              <a:rPr lang="en-US" sz="2000" b="1" dirty="0">
                <a:solidFill>
                  <a:schemeClr val="bg1"/>
                </a:solidFill>
                <a:latin typeface="Audiowide" panose="02000503000000020004" pitchFamily="2" charset="0"/>
              </a:rPr>
              <a:t>Gamma de </a:t>
            </a:r>
            <a:r>
              <a:rPr lang="en-US" sz="2000" b="1" dirty="0" err="1">
                <a:solidFill>
                  <a:schemeClr val="bg1"/>
                </a:solidFill>
                <a:latin typeface="Audiowide" panose="02000503000000020004" pitchFamily="2" charset="0"/>
              </a:rPr>
              <a:t>productes</a:t>
            </a:r>
            <a:r>
              <a:rPr lang="en-US" sz="2000" b="1" dirty="0">
                <a:solidFill>
                  <a:schemeClr val="bg1"/>
                </a:solidFill>
                <a:latin typeface="Audiowide" panose="02000503000000020004" pitchFamily="2" charset="0"/>
              </a:rPr>
              <a:t> de tall </a:t>
            </a:r>
            <a:r>
              <a:rPr lang="en-US" sz="2000" b="1" dirty="0" err="1">
                <a:solidFill>
                  <a:schemeClr val="bg1"/>
                </a:solidFill>
                <a:latin typeface="Audiowide" panose="02000503000000020004" pitchFamily="2" charset="0"/>
              </a:rPr>
              <a:t>i</a:t>
            </a:r>
            <a:r>
              <a:rPr lang="en-US" sz="2000" b="1" dirty="0">
                <a:solidFill>
                  <a:schemeClr val="bg1"/>
                </a:solidFill>
                <a:latin typeface="Audiowide" panose="02000503000000020004" pitchFamily="2" charset="0"/>
              </a:rPr>
              <a:t> </a:t>
            </a:r>
            <a:r>
              <a:rPr lang="en-US" sz="2000" b="1" dirty="0" err="1">
                <a:solidFill>
                  <a:schemeClr val="bg1"/>
                </a:solidFill>
                <a:latin typeface="Audiowide" panose="02000503000000020004" pitchFamily="2" charset="0"/>
              </a:rPr>
              <a:t>solucions</a:t>
            </a:r>
            <a:r>
              <a:rPr lang="en-US" sz="2000" b="1" dirty="0">
                <a:solidFill>
                  <a:schemeClr val="bg1"/>
                </a:solidFill>
                <a:latin typeface="Audiowide" panose="02000503000000020004" pitchFamily="2" charset="0"/>
              </a:rPr>
              <a:t> </a:t>
            </a:r>
            <a:r>
              <a:rPr lang="en-US" sz="2000" b="1" dirty="0" err="1">
                <a:solidFill>
                  <a:schemeClr val="bg1"/>
                </a:solidFill>
                <a:latin typeface="Audiowide" panose="02000503000000020004" pitchFamily="2" charset="0"/>
              </a:rPr>
              <a:t>innovadores</a:t>
            </a:r>
            <a:endParaRPr lang="en-US" sz="2000" b="1" dirty="0">
              <a:solidFill>
                <a:schemeClr val="bg1"/>
              </a:solidFill>
              <a:latin typeface="Audiowide" panose="02000503000000020004" pitchFamily="2" charset="0"/>
            </a:endParaRPr>
          </a:p>
        </p:txBody>
      </p:sp>
      <p:sp>
        <p:nvSpPr>
          <p:cNvPr id="4" name="Marcador de contenido 3">
            <a:extLst>
              <a:ext uri="{FF2B5EF4-FFF2-40B4-BE49-F238E27FC236}">
                <a16:creationId xmlns:a16="http://schemas.microsoft.com/office/drawing/2014/main" id="{DA6109EC-0D23-4550-9720-66965C37837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2763" y="2202179"/>
            <a:ext cx="4452731" cy="4528822"/>
          </a:xfrm>
        </p:spPr>
        <p:txBody>
          <a:bodyPr>
            <a:normAutofit/>
          </a:bodyPr>
          <a:lstStyle/>
          <a:p>
            <a:pPr marL="0" indent="0">
              <a:lnSpc>
                <a:spcPct val="90000"/>
              </a:lnSpc>
              <a:spcBef>
                <a:spcPts val="2500"/>
              </a:spcBef>
              <a:buFont typeface="Arial" panose="020B0604020202020204" pitchFamily="34" charset="0"/>
              <a:buNone/>
            </a:pPr>
            <a:r>
              <a:rPr lang="es-ES" sz="1700" b="1" dirty="0" err="1">
                <a:solidFill>
                  <a:schemeClr val="bg2"/>
                </a:solidFill>
              </a:rPr>
              <a:t>Tipus</a:t>
            </a:r>
            <a:r>
              <a:rPr lang="es-ES" sz="1700" b="1" dirty="0">
                <a:solidFill>
                  <a:schemeClr val="bg2"/>
                </a:solidFill>
              </a:rPr>
              <a:t> </a:t>
            </a:r>
            <a:r>
              <a:rPr lang="es-ES" sz="1700" b="1" dirty="0" err="1">
                <a:solidFill>
                  <a:schemeClr val="bg2"/>
                </a:solidFill>
              </a:rPr>
              <a:t>d'eines</a:t>
            </a:r>
            <a:r>
              <a:rPr lang="es-ES" sz="1700" b="1" dirty="0">
                <a:solidFill>
                  <a:schemeClr val="bg2"/>
                </a:solidFill>
              </a:rPr>
              <a:t> de </a:t>
            </a:r>
            <a:r>
              <a:rPr lang="es-ES" sz="1700" b="1" dirty="0" err="1">
                <a:solidFill>
                  <a:schemeClr val="bg2"/>
                </a:solidFill>
              </a:rPr>
              <a:t>tall</a:t>
            </a:r>
            <a:endParaRPr lang="es-ES" sz="1700" b="1" dirty="0">
              <a:solidFill>
                <a:schemeClr val="bg2"/>
              </a:solidFill>
            </a:endParaRPr>
          </a:p>
          <a:p>
            <a:pPr marL="0" indent="0">
              <a:lnSpc>
                <a:spcPct val="90000"/>
              </a:lnSpc>
              <a:spcBef>
                <a:spcPts val="2500"/>
              </a:spcBef>
              <a:buNone/>
            </a:pPr>
            <a:r>
              <a:rPr lang="es-ES" sz="1600" dirty="0" err="1">
                <a:solidFill>
                  <a:schemeClr val="bg1"/>
                </a:solidFill>
              </a:rPr>
              <a:t>Oferim</a:t>
            </a:r>
            <a:r>
              <a:rPr lang="es-ES" sz="1600" dirty="0">
                <a:solidFill>
                  <a:schemeClr val="bg1"/>
                </a:solidFill>
              </a:rPr>
              <a:t> </a:t>
            </a:r>
            <a:r>
              <a:rPr lang="es-ES" sz="1600" dirty="0" err="1">
                <a:solidFill>
                  <a:schemeClr val="bg1"/>
                </a:solidFill>
              </a:rPr>
              <a:t>tot</a:t>
            </a:r>
            <a:r>
              <a:rPr lang="es-ES" sz="1600" dirty="0">
                <a:solidFill>
                  <a:schemeClr val="bg1"/>
                </a:solidFill>
              </a:rPr>
              <a:t> </a:t>
            </a:r>
            <a:r>
              <a:rPr lang="es-ES" sz="1600" dirty="0" err="1">
                <a:solidFill>
                  <a:schemeClr val="bg1"/>
                </a:solidFill>
              </a:rPr>
              <a:t>tipus</a:t>
            </a:r>
            <a:r>
              <a:rPr lang="es-ES" sz="1600" dirty="0">
                <a:solidFill>
                  <a:schemeClr val="bg1"/>
                </a:solidFill>
              </a:rPr>
              <a:t> de </a:t>
            </a:r>
            <a:r>
              <a:rPr lang="es-ES" sz="1600" dirty="0" err="1">
                <a:solidFill>
                  <a:schemeClr val="bg1"/>
                </a:solidFill>
              </a:rPr>
              <a:t>ganivetes</a:t>
            </a:r>
            <a:r>
              <a:rPr lang="es-ES" sz="1600" dirty="0">
                <a:solidFill>
                  <a:schemeClr val="bg1"/>
                </a:solidFill>
              </a:rPr>
              <a:t> i </a:t>
            </a:r>
            <a:r>
              <a:rPr lang="es-ES" sz="1600" dirty="0" err="1">
                <a:solidFill>
                  <a:schemeClr val="bg1"/>
                </a:solidFill>
              </a:rPr>
              <a:t>accessoris</a:t>
            </a:r>
            <a:r>
              <a:rPr lang="es-ES" sz="1600" dirty="0">
                <a:solidFill>
                  <a:schemeClr val="bg1"/>
                </a:solidFill>
              </a:rPr>
              <a:t> </a:t>
            </a:r>
            <a:r>
              <a:rPr lang="es-ES" sz="1600" dirty="0" err="1">
                <a:solidFill>
                  <a:schemeClr val="bg1"/>
                </a:solidFill>
              </a:rPr>
              <a:t>dissenyats</a:t>
            </a:r>
            <a:r>
              <a:rPr lang="es-ES" sz="1600" dirty="0">
                <a:solidFill>
                  <a:schemeClr val="bg1"/>
                </a:solidFill>
              </a:rPr>
              <a:t> per </a:t>
            </a:r>
            <a:r>
              <a:rPr lang="es-ES" sz="1600" dirty="0" err="1">
                <a:solidFill>
                  <a:schemeClr val="bg1"/>
                </a:solidFill>
              </a:rPr>
              <a:t>cobrir</a:t>
            </a:r>
            <a:r>
              <a:rPr lang="es-ES" sz="1600" dirty="0">
                <a:solidFill>
                  <a:schemeClr val="bg1"/>
                </a:solidFill>
              </a:rPr>
              <a:t> totes les </a:t>
            </a:r>
            <a:r>
              <a:rPr lang="es-ES" sz="1600" dirty="0" err="1">
                <a:solidFill>
                  <a:schemeClr val="bg1"/>
                </a:solidFill>
              </a:rPr>
              <a:t>necessitats</a:t>
            </a:r>
            <a:r>
              <a:rPr lang="es-ES" sz="1600" dirty="0">
                <a:solidFill>
                  <a:schemeClr val="bg1"/>
                </a:solidFill>
              </a:rPr>
              <a:t> de </a:t>
            </a:r>
            <a:r>
              <a:rPr lang="es-ES" sz="1600" dirty="0" err="1">
                <a:solidFill>
                  <a:schemeClr val="bg1"/>
                </a:solidFill>
              </a:rPr>
              <a:t>tall</a:t>
            </a:r>
            <a:r>
              <a:rPr lang="es-ES" sz="1600" dirty="0">
                <a:solidFill>
                  <a:schemeClr val="bg1"/>
                </a:solidFill>
              </a:rPr>
              <a:t> </a:t>
            </a:r>
            <a:r>
              <a:rPr lang="es-ES" sz="1600" dirty="0" err="1">
                <a:solidFill>
                  <a:schemeClr val="bg1"/>
                </a:solidFill>
              </a:rPr>
              <a:t>dins</a:t>
            </a:r>
            <a:r>
              <a:rPr lang="es-ES" sz="1600" dirty="0">
                <a:solidFill>
                  <a:schemeClr val="bg1"/>
                </a:solidFill>
              </a:rPr>
              <a:t> la </a:t>
            </a:r>
            <a:r>
              <a:rPr lang="es-ES" sz="1600" dirty="0" err="1">
                <a:solidFill>
                  <a:schemeClr val="bg1"/>
                </a:solidFill>
              </a:rPr>
              <a:t>indústria</a:t>
            </a:r>
            <a:r>
              <a:rPr lang="es-ES" sz="1600" dirty="0">
                <a:solidFill>
                  <a:schemeClr val="bg1"/>
                </a:solidFill>
              </a:rPr>
              <a:t> </a:t>
            </a:r>
            <a:r>
              <a:rPr lang="es-ES" sz="1600" dirty="0" err="1">
                <a:solidFill>
                  <a:schemeClr val="bg1"/>
                </a:solidFill>
              </a:rPr>
              <a:t>alimentària</a:t>
            </a:r>
            <a:r>
              <a:rPr lang="es-ES" sz="1600" dirty="0">
                <a:solidFill>
                  <a:schemeClr val="bg1"/>
                </a:solidFill>
              </a:rPr>
              <a:t>, </a:t>
            </a:r>
            <a:r>
              <a:rPr lang="es-ES" sz="1600" dirty="0" err="1">
                <a:solidFill>
                  <a:schemeClr val="bg1"/>
                </a:solidFill>
              </a:rPr>
              <a:t>amb</a:t>
            </a:r>
            <a:r>
              <a:rPr lang="es-ES" sz="1600" dirty="0">
                <a:solidFill>
                  <a:schemeClr val="bg1"/>
                </a:solidFill>
              </a:rPr>
              <a:t> </a:t>
            </a:r>
            <a:r>
              <a:rPr lang="es-ES" sz="1600" dirty="0" err="1">
                <a:solidFill>
                  <a:schemeClr val="bg1"/>
                </a:solidFill>
              </a:rPr>
              <a:t>materials</a:t>
            </a:r>
            <a:r>
              <a:rPr lang="es-ES" sz="1600" dirty="0">
                <a:solidFill>
                  <a:schemeClr val="bg1"/>
                </a:solidFill>
              </a:rPr>
              <a:t> i </a:t>
            </a:r>
            <a:r>
              <a:rPr lang="es-ES" sz="1600" dirty="0" err="1">
                <a:solidFill>
                  <a:schemeClr val="bg1"/>
                </a:solidFill>
              </a:rPr>
              <a:t>geometries</a:t>
            </a:r>
            <a:r>
              <a:rPr lang="es-ES" sz="1600" dirty="0">
                <a:solidFill>
                  <a:schemeClr val="bg1"/>
                </a:solidFill>
              </a:rPr>
              <a:t> adaptades a cada </a:t>
            </a:r>
            <a:r>
              <a:rPr lang="es-ES" sz="1600" dirty="0" err="1">
                <a:solidFill>
                  <a:schemeClr val="bg1"/>
                </a:solidFill>
              </a:rPr>
              <a:t>aplicació</a:t>
            </a:r>
            <a:r>
              <a:rPr lang="es-ES" sz="1600" dirty="0">
                <a:solidFill>
                  <a:schemeClr val="bg1"/>
                </a:solidFill>
              </a:rPr>
              <a:t>.</a:t>
            </a:r>
          </a:p>
          <a:p>
            <a:pPr marL="0" indent="0">
              <a:lnSpc>
                <a:spcPct val="90000"/>
              </a:lnSpc>
              <a:spcBef>
                <a:spcPts val="2500"/>
              </a:spcBef>
              <a:buFont typeface="Arial" panose="020B0604020202020204" pitchFamily="34" charset="0"/>
              <a:buNone/>
            </a:pPr>
            <a:r>
              <a:rPr lang="es-ES" sz="1700" b="1" dirty="0" err="1">
                <a:solidFill>
                  <a:schemeClr val="bg2"/>
                </a:solidFill>
              </a:rPr>
              <a:t>Innovacions</a:t>
            </a:r>
            <a:r>
              <a:rPr lang="es-ES" sz="1700" b="1" dirty="0">
                <a:solidFill>
                  <a:schemeClr val="bg2"/>
                </a:solidFill>
              </a:rPr>
              <a:t> </a:t>
            </a:r>
            <a:r>
              <a:rPr lang="es-ES" sz="1700" b="1" dirty="0" err="1">
                <a:solidFill>
                  <a:schemeClr val="bg2"/>
                </a:solidFill>
              </a:rPr>
              <a:t>tecnològiques</a:t>
            </a:r>
            <a:endParaRPr lang="es-ES" sz="1700" b="1" dirty="0">
              <a:solidFill>
                <a:schemeClr val="bg2"/>
              </a:solidFill>
            </a:endParaRPr>
          </a:p>
          <a:p>
            <a:pPr marL="0" lvl="1" indent="0" algn="just">
              <a:lnSpc>
                <a:spcPct val="90000"/>
              </a:lnSpc>
              <a:buFont typeface="Arial" panose="020B0604020202020204" pitchFamily="34" charset="0"/>
              <a:buNone/>
            </a:pPr>
            <a:r>
              <a:rPr lang="es-ES" sz="1500" dirty="0">
                <a:solidFill>
                  <a:schemeClr val="bg1"/>
                </a:solidFill>
              </a:rPr>
              <a:t>Les </a:t>
            </a:r>
            <a:r>
              <a:rPr lang="es-ES" sz="1500" dirty="0" err="1">
                <a:solidFill>
                  <a:schemeClr val="bg1"/>
                </a:solidFill>
              </a:rPr>
              <a:t>innovacions</a:t>
            </a:r>
            <a:r>
              <a:rPr lang="es-ES" sz="1500" dirty="0">
                <a:solidFill>
                  <a:schemeClr val="bg1"/>
                </a:solidFill>
              </a:rPr>
              <a:t> en </a:t>
            </a:r>
            <a:r>
              <a:rPr lang="es-ES" sz="1500" dirty="0" err="1">
                <a:solidFill>
                  <a:schemeClr val="bg1"/>
                </a:solidFill>
              </a:rPr>
              <a:t>tecnologia</a:t>
            </a:r>
            <a:r>
              <a:rPr lang="es-ES" sz="1500" dirty="0">
                <a:solidFill>
                  <a:schemeClr val="bg1"/>
                </a:solidFill>
              </a:rPr>
              <a:t> aplicada </a:t>
            </a:r>
            <a:r>
              <a:rPr lang="es-ES" sz="1500" dirty="0" err="1">
                <a:solidFill>
                  <a:schemeClr val="bg1"/>
                </a:solidFill>
              </a:rPr>
              <a:t>als</a:t>
            </a:r>
            <a:r>
              <a:rPr lang="es-ES" sz="1500" dirty="0">
                <a:solidFill>
                  <a:schemeClr val="bg1"/>
                </a:solidFill>
              </a:rPr>
              <a:t> </a:t>
            </a:r>
            <a:r>
              <a:rPr lang="es-ES" sz="1500" dirty="0" err="1">
                <a:solidFill>
                  <a:schemeClr val="bg1"/>
                </a:solidFill>
              </a:rPr>
              <a:t>productes</a:t>
            </a:r>
            <a:r>
              <a:rPr lang="es-ES" sz="1500" dirty="0">
                <a:solidFill>
                  <a:schemeClr val="bg1"/>
                </a:solidFill>
              </a:rPr>
              <a:t> augmenten la </a:t>
            </a:r>
            <a:r>
              <a:rPr lang="es-ES" sz="1500" dirty="0" err="1">
                <a:solidFill>
                  <a:schemeClr val="bg1"/>
                </a:solidFill>
              </a:rPr>
              <a:t>productivitat</a:t>
            </a:r>
            <a:r>
              <a:rPr lang="es-ES" sz="1500" dirty="0">
                <a:solidFill>
                  <a:schemeClr val="bg1"/>
                </a:solidFill>
              </a:rPr>
              <a:t> i </a:t>
            </a:r>
            <a:r>
              <a:rPr lang="es-ES" sz="1500" dirty="0" err="1">
                <a:solidFill>
                  <a:schemeClr val="bg1"/>
                </a:solidFill>
              </a:rPr>
              <a:t>milloren</a:t>
            </a:r>
            <a:r>
              <a:rPr lang="es-ES" sz="1500" dirty="0">
                <a:solidFill>
                  <a:schemeClr val="bg1"/>
                </a:solidFill>
              </a:rPr>
              <a:t> la </a:t>
            </a:r>
            <a:r>
              <a:rPr lang="es-ES" sz="1500" dirty="0" err="1">
                <a:solidFill>
                  <a:schemeClr val="bg1"/>
                </a:solidFill>
              </a:rPr>
              <a:t>seguretat</a:t>
            </a:r>
            <a:r>
              <a:rPr lang="es-ES" sz="1500" dirty="0">
                <a:solidFill>
                  <a:schemeClr val="bg1"/>
                </a:solidFill>
              </a:rPr>
              <a:t> </a:t>
            </a:r>
            <a:r>
              <a:rPr lang="es-ES" sz="1500" dirty="0" err="1">
                <a:solidFill>
                  <a:schemeClr val="bg1"/>
                </a:solidFill>
              </a:rPr>
              <a:t>dels</a:t>
            </a:r>
            <a:r>
              <a:rPr lang="es-ES" sz="1500" dirty="0">
                <a:solidFill>
                  <a:schemeClr val="bg1"/>
                </a:solidFill>
              </a:rPr>
              <a:t> </a:t>
            </a:r>
            <a:r>
              <a:rPr lang="es-ES" sz="1500" dirty="0" err="1">
                <a:solidFill>
                  <a:schemeClr val="bg1"/>
                </a:solidFill>
              </a:rPr>
              <a:t>operaris</a:t>
            </a:r>
            <a:r>
              <a:rPr lang="es-ES" sz="1500" dirty="0">
                <a:solidFill>
                  <a:schemeClr val="bg1"/>
                </a:solidFill>
              </a:rPr>
              <a:t>.</a:t>
            </a:r>
          </a:p>
          <a:p>
            <a:pPr marL="0" indent="0">
              <a:lnSpc>
                <a:spcPct val="90000"/>
              </a:lnSpc>
              <a:spcBef>
                <a:spcPts val="2500"/>
              </a:spcBef>
              <a:buFont typeface="Arial" panose="020B0604020202020204" pitchFamily="34" charset="0"/>
              <a:buNone/>
            </a:pPr>
            <a:r>
              <a:rPr lang="es-ES" sz="1700" b="1" dirty="0" err="1">
                <a:solidFill>
                  <a:schemeClr val="bg2"/>
                </a:solidFill>
              </a:rPr>
              <a:t>Millora</a:t>
            </a:r>
            <a:r>
              <a:rPr lang="es-ES" sz="1700" b="1" dirty="0">
                <a:solidFill>
                  <a:schemeClr val="bg2"/>
                </a:solidFill>
              </a:rPr>
              <a:t> de </a:t>
            </a:r>
            <a:r>
              <a:rPr lang="es-ES" sz="1700" b="1" dirty="0" err="1">
                <a:solidFill>
                  <a:schemeClr val="bg2"/>
                </a:solidFill>
              </a:rPr>
              <a:t>productivitat</a:t>
            </a:r>
            <a:r>
              <a:rPr lang="es-ES" sz="1700" b="1" dirty="0">
                <a:solidFill>
                  <a:schemeClr val="bg2"/>
                </a:solidFill>
              </a:rPr>
              <a:t> i </a:t>
            </a:r>
            <a:r>
              <a:rPr lang="es-ES" sz="1700" b="1" dirty="0" err="1">
                <a:solidFill>
                  <a:schemeClr val="bg2"/>
                </a:solidFill>
              </a:rPr>
              <a:t>seguretat</a:t>
            </a:r>
            <a:endParaRPr lang="es-ES" sz="1700" b="1" dirty="0">
              <a:solidFill>
                <a:schemeClr val="bg2"/>
              </a:solidFill>
            </a:endParaRPr>
          </a:p>
          <a:p>
            <a:pPr marL="0" lvl="1" indent="0" algn="just">
              <a:lnSpc>
                <a:spcPct val="90000"/>
              </a:lnSpc>
              <a:buNone/>
            </a:pPr>
            <a:r>
              <a:rPr lang="es-ES" sz="1500" dirty="0">
                <a:solidFill>
                  <a:schemeClr val="bg1"/>
                </a:solidFill>
              </a:rPr>
              <a:t>Les </a:t>
            </a:r>
            <a:r>
              <a:rPr lang="es-ES" sz="1500" dirty="0" err="1">
                <a:solidFill>
                  <a:schemeClr val="bg1"/>
                </a:solidFill>
              </a:rPr>
              <a:t>nostres</a:t>
            </a:r>
            <a:r>
              <a:rPr lang="es-ES" sz="1500" dirty="0">
                <a:solidFill>
                  <a:schemeClr val="bg1"/>
                </a:solidFill>
              </a:rPr>
              <a:t> </a:t>
            </a:r>
            <a:r>
              <a:rPr lang="es-ES" sz="1500" dirty="0" err="1">
                <a:solidFill>
                  <a:schemeClr val="bg1"/>
                </a:solidFill>
              </a:rPr>
              <a:t>solucions</a:t>
            </a:r>
            <a:r>
              <a:rPr lang="es-ES" sz="1500" dirty="0">
                <a:solidFill>
                  <a:schemeClr val="bg1"/>
                </a:solidFill>
              </a:rPr>
              <a:t> </a:t>
            </a:r>
            <a:r>
              <a:rPr lang="es-ES" sz="1500" dirty="0" err="1">
                <a:solidFill>
                  <a:schemeClr val="bg1"/>
                </a:solidFill>
              </a:rPr>
              <a:t>ajuden</a:t>
            </a:r>
            <a:r>
              <a:rPr lang="es-ES" sz="1500" dirty="0">
                <a:solidFill>
                  <a:schemeClr val="bg1"/>
                </a:solidFill>
              </a:rPr>
              <a:t> a </a:t>
            </a:r>
            <a:r>
              <a:rPr lang="es-ES" sz="1500" dirty="0" err="1">
                <a:solidFill>
                  <a:schemeClr val="bg1"/>
                </a:solidFill>
              </a:rPr>
              <a:t>optimitzar</a:t>
            </a:r>
            <a:r>
              <a:rPr lang="es-ES" sz="1500" dirty="0">
                <a:solidFill>
                  <a:schemeClr val="bg1"/>
                </a:solidFill>
              </a:rPr>
              <a:t> </a:t>
            </a:r>
            <a:r>
              <a:rPr lang="es-ES" sz="1500" dirty="0" err="1">
                <a:solidFill>
                  <a:schemeClr val="bg1"/>
                </a:solidFill>
              </a:rPr>
              <a:t>els</a:t>
            </a:r>
            <a:r>
              <a:rPr lang="es-ES" sz="1500" dirty="0">
                <a:solidFill>
                  <a:schemeClr val="bg1"/>
                </a:solidFill>
              </a:rPr>
              <a:t> </a:t>
            </a:r>
            <a:r>
              <a:rPr lang="es-ES" sz="1500" dirty="0" err="1">
                <a:solidFill>
                  <a:schemeClr val="bg1"/>
                </a:solidFill>
              </a:rPr>
              <a:t>processos</a:t>
            </a:r>
            <a:r>
              <a:rPr lang="es-ES" sz="1500" dirty="0">
                <a:solidFill>
                  <a:schemeClr val="bg1"/>
                </a:solidFill>
              </a:rPr>
              <a:t> de </a:t>
            </a:r>
            <a:r>
              <a:rPr lang="es-ES" sz="1500" dirty="0" err="1">
                <a:solidFill>
                  <a:schemeClr val="bg1"/>
                </a:solidFill>
              </a:rPr>
              <a:t>treball</a:t>
            </a:r>
            <a:r>
              <a:rPr lang="es-ES" sz="1500" dirty="0">
                <a:solidFill>
                  <a:schemeClr val="bg1"/>
                </a:solidFill>
              </a:rPr>
              <a:t>, </a:t>
            </a:r>
            <a:r>
              <a:rPr lang="es-ES" sz="1500" dirty="0" err="1">
                <a:solidFill>
                  <a:schemeClr val="bg1"/>
                </a:solidFill>
              </a:rPr>
              <a:t>reduint</a:t>
            </a:r>
            <a:r>
              <a:rPr lang="es-ES" sz="1500" dirty="0">
                <a:solidFill>
                  <a:schemeClr val="bg1"/>
                </a:solidFill>
              </a:rPr>
              <a:t> riscos en la </a:t>
            </a:r>
            <a:r>
              <a:rPr lang="es-ES" sz="1500" dirty="0" err="1">
                <a:solidFill>
                  <a:schemeClr val="bg1"/>
                </a:solidFill>
              </a:rPr>
              <a:t>manipulació</a:t>
            </a:r>
            <a:r>
              <a:rPr lang="es-ES" sz="1500" dirty="0">
                <a:solidFill>
                  <a:schemeClr val="bg1"/>
                </a:solidFill>
              </a:rPr>
              <a:t> i </a:t>
            </a:r>
            <a:r>
              <a:rPr lang="es-ES" sz="1500" dirty="0" err="1">
                <a:solidFill>
                  <a:schemeClr val="bg1"/>
                </a:solidFill>
              </a:rPr>
              <a:t>aportant</a:t>
            </a:r>
            <a:r>
              <a:rPr lang="es-ES" sz="1500" dirty="0">
                <a:solidFill>
                  <a:schemeClr val="bg1"/>
                </a:solidFill>
              </a:rPr>
              <a:t> un </a:t>
            </a:r>
            <a:r>
              <a:rPr lang="es-ES" sz="1500" dirty="0" err="1">
                <a:solidFill>
                  <a:schemeClr val="bg1"/>
                </a:solidFill>
              </a:rPr>
              <a:t>tall</a:t>
            </a:r>
            <a:r>
              <a:rPr lang="es-ES" sz="1500" dirty="0">
                <a:solidFill>
                  <a:schemeClr val="bg1"/>
                </a:solidFill>
              </a:rPr>
              <a:t> </a:t>
            </a:r>
            <a:r>
              <a:rPr lang="es-ES" sz="1500" dirty="0" err="1">
                <a:solidFill>
                  <a:schemeClr val="bg1"/>
                </a:solidFill>
              </a:rPr>
              <a:t>més</a:t>
            </a:r>
            <a:r>
              <a:rPr lang="es-ES" sz="1500" dirty="0">
                <a:solidFill>
                  <a:schemeClr val="bg1"/>
                </a:solidFill>
              </a:rPr>
              <a:t> segur, estable i </a:t>
            </a:r>
            <a:r>
              <a:rPr lang="es-ES" sz="1500" dirty="0" err="1">
                <a:solidFill>
                  <a:schemeClr val="bg1"/>
                </a:solidFill>
              </a:rPr>
              <a:t>eficient</a:t>
            </a:r>
            <a:r>
              <a:rPr lang="es-ES" sz="1500" dirty="0">
                <a:solidFill>
                  <a:schemeClr val="bg1"/>
                </a:solidFill>
              </a:rPr>
              <a:t>.</a:t>
            </a:r>
          </a:p>
          <a:p>
            <a:pPr marL="0" lvl="1" indent="0" algn="just">
              <a:lnSpc>
                <a:spcPct val="90000"/>
              </a:lnSpc>
              <a:buFont typeface="Arial" panose="020B0604020202020204" pitchFamily="34" charset="0"/>
              <a:buNone/>
            </a:pPr>
            <a:endParaRPr lang="es-ES" dirty="0">
              <a:solidFill>
                <a:schemeClr val="bg1"/>
              </a:solidFill>
            </a:endParaRPr>
          </a:p>
        </p:txBody>
      </p:sp>
      <p:pic>
        <p:nvPicPr>
          <p:cNvPr id="7" name="Imagen 6" descr="Imagen que contiene cuchillo, arma&#10;&#10;El contenido generado por IA puede ser incorrecto.">
            <a:extLst>
              <a:ext uri="{FF2B5EF4-FFF2-40B4-BE49-F238E27FC236}">
                <a16:creationId xmlns:a16="http://schemas.microsoft.com/office/drawing/2014/main" id="{E5C98BE0-6ACF-73CF-E42B-7C1175A6B2BA}"/>
              </a:ext>
            </a:extLst>
          </p:cNvPr>
          <p:cNvPicPr>
            <a:picLocks noChangeAspect="1"/>
          </p:cNvPicPr>
          <p:nvPr/>
        </p:nvPicPr>
        <p:blipFill>
          <a:blip r:embed="rId3">
            <a:extLst>
              <a:ext uri="{28A0092B-C50C-407E-A947-70E740481C1C}">
                <a14:useLocalDpi xmlns:a14="http://schemas.microsoft.com/office/drawing/2010/main" val="0"/>
              </a:ext>
            </a:extLst>
          </a:blip>
          <a:srcRect l="1067" r="10044"/>
          <a:stretch>
            <a:fillRect/>
          </a:stretch>
        </p:blipFill>
        <p:spPr>
          <a:xfrm>
            <a:off x="4650908" y="1"/>
            <a:ext cx="7541092" cy="6858000"/>
          </a:xfrm>
          <a:prstGeom prst="rect">
            <a:avLst/>
          </a:prstGeom>
        </p:spPr>
      </p:pic>
      <p:sp>
        <p:nvSpPr>
          <p:cNvPr id="3" name="Marcador de pie de página 2">
            <a:extLst>
              <a:ext uri="{FF2B5EF4-FFF2-40B4-BE49-F238E27FC236}">
                <a16:creationId xmlns:a16="http://schemas.microsoft.com/office/drawing/2014/main" id="{14E00AB8-F6A2-63EF-4744-F8D4AEF3F935}"/>
              </a:ext>
            </a:extLst>
          </p:cNvPr>
          <p:cNvSpPr>
            <a:spLocks noGrp="1"/>
          </p:cNvSpPr>
          <p:nvPr>
            <p:ph type="ftr" sz="quarter" idx="11"/>
          </p:nvPr>
        </p:nvSpPr>
        <p:spPr>
          <a:xfrm>
            <a:off x="92762" y="6441440"/>
            <a:ext cx="5901189" cy="320040"/>
          </a:xfrm>
        </p:spPr>
        <p:txBody>
          <a:bodyPr/>
          <a:lstStyle/>
          <a:p>
            <a:r>
              <a:rPr lang="es-ES" dirty="0">
                <a:solidFill>
                  <a:schemeClr val="bg1">
                    <a:alpha val="70000"/>
                  </a:schemeClr>
                </a:solidFill>
              </a:rPr>
              <a:t>ESMOTECH2026 SL</a:t>
            </a:r>
          </a:p>
        </p:txBody>
      </p:sp>
      <p:sp>
        <p:nvSpPr>
          <p:cNvPr id="5" name="Marcador de número de diapositiva 4">
            <a:extLst>
              <a:ext uri="{FF2B5EF4-FFF2-40B4-BE49-F238E27FC236}">
                <a16:creationId xmlns:a16="http://schemas.microsoft.com/office/drawing/2014/main" id="{E98D6442-91DE-6C6D-CCA3-DC98E06DC616}"/>
              </a:ext>
            </a:extLst>
          </p:cNvPr>
          <p:cNvSpPr>
            <a:spLocks noGrp="1"/>
          </p:cNvSpPr>
          <p:nvPr>
            <p:ph type="sldNum" sz="quarter" idx="12"/>
          </p:nvPr>
        </p:nvSpPr>
        <p:spPr>
          <a:xfrm>
            <a:off x="11776268" y="6441440"/>
            <a:ext cx="365760" cy="365760"/>
          </a:xfrm>
        </p:spPr>
        <p:txBody>
          <a:bodyPr/>
          <a:lstStyle/>
          <a:p>
            <a:fld id="{95582461-8F8D-46DF-B209-82C863C990CB}" type="slidenum">
              <a:rPr lang="es-ES" smtClean="0"/>
              <a:t>5</a:t>
            </a:fld>
            <a:endParaRPr lang="es-ES"/>
          </a:p>
        </p:txBody>
      </p:sp>
    </p:spTree>
    <p:extLst>
      <p:ext uri="{BB962C8B-B14F-4D97-AF65-F5344CB8AC3E}">
        <p14:creationId xmlns:p14="http://schemas.microsoft.com/office/powerpoint/2010/main" val="290970436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E5E608C-CC92-1087-9BE2-8578A624FF3D}"/>
            </a:ext>
          </a:extLst>
        </p:cNvPr>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B1FC35B4-B506-47C2-4599-82760D74BD97}"/>
              </a:ext>
            </a:extLst>
          </p:cNvPr>
          <p:cNvPicPr>
            <a:picLocks noChangeAspect="1"/>
          </p:cNvPicPr>
          <p:nvPr/>
        </p:nvPicPr>
        <p:blipFill>
          <a:blip r:embed="rId2">
            <a:extLst>
              <a:ext uri="{28A0092B-C50C-407E-A947-70E740481C1C}">
                <a14:useLocalDpi xmlns:a14="http://schemas.microsoft.com/office/drawing/2010/main" val="0"/>
              </a:ext>
            </a:extLst>
          </a:blip>
          <a:srcRect t="4918" b="4368"/>
          <a:stretch>
            <a:fillRect/>
          </a:stretch>
        </p:blipFill>
        <p:spPr>
          <a:xfrm>
            <a:off x="4650907" y="10"/>
            <a:ext cx="7541091" cy="6857989"/>
          </a:xfrm>
          <a:prstGeom prst="rect">
            <a:avLst/>
          </a:prstGeom>
        </p:spPr>
      </p:pic>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D77FFA-D34D-EF9B-6C71-45D12CB51AD6}"/>
              </a:ext>
            </a:extLst>
          </p:cNvPr>
          <p:cNvSpPr>
            <a:spLocks noGrp="1"/>
          </p:cNvSpPr>
          <p:nvPr>
            <p:ph type="title"/>
          </p:nvPr>
        </p:nvSpPr>
        <p:spPr>
          <a:xfrm>
            <a:off x="105714" y="275167"/>
            <a:ext cx="4439480" cy="1728044"/>
          </a:xfrm>
          <a:noFill/>
          <a:ln>
            <a:solidFill>
              <a:schemeClr val="bg1"/>
            </a:solidFill>
          </a:ln>
        </p:spPr>
        <p:txBody>
          <a:bodyPr wrap="square">
            <a:normAutofit/>
          </a:bodyPr>
          <a:lstStyle/>
          <a:p>
            <a:r>
              <a:rPr lang="es-ES" sz="2000" b="1" dirty="0">
                <a:solidFill>
                  <a:schemeClr val="bg1"/>
                </a:solidFill>
                <a:latin typeface="Audiowide" panose="02000503000000020004" pitchFamily="2" charset="0"/>
              </a:rPr>
              <a:t>PRODUCCIÓ I SUMINISTRAMENT DE GANIVETES</a:t>
            </a:r>
          </a:p>
        </p:txBody>
      </p:sp>
      <p:sp>
        <p:nvSpPr>
          <p:cNvPr id="3" name="Marcador de contenido 2">
            <a:extLst>
              <a:ext uri="{FF2B5EF4-FFF2-40B4-BE49-F238E27FC236}">
                <a16:creationId xmlns:a16="http://schemas.microsoft.com/office/drawing/2014/main" id="{CF46C97D-03FF-48F7-F67C-D75B63BDD93B}"/>
              </a:ext>
            </a:extLst>
          </p:cNvPr>
          <p:cNvSpPr>
            <a:spLocks noGrp="1"/>
          </p:cNvSpPr>
          <p:nvPr>
            <p:ph idx="1"/>
          </p:nvPr>
        </p:nvSpPr>
        <p:spPr>
          <a:xfrm>
            <a:off x="106017" y="2278378"/>
            <a:ext cx="4439177" cy="4427222"/>
          </a:xfrm>
        </p:spPr>
        <p:txBody>
          <a:bodyPr>
            <a:normAutofit/>
          </a:bodyPr>
          <a:lstStyle/>
          <a:p>
            <a:pPr marL="0" indent="0">
              <a:lnSpc>
                <a:spcPct val="90000"/>
              </a:lnSpc>
              <a:buNone/>
            </a:pPr>
            <a:r>
              <a:rPr lang="es-ES" sz="1700" b="1" dirty="0" err="1">
                <a:solidFill>
                  <a:schemeClr val="bg2"/>
                </a:solidFill>
              </a:rPr>
              <a:t>Comercialitzem</a:t>
            </a:r>
            <a:r>
              <a:rPr lang="es-ES" sz="1700" b="1" dirty="0">
                <a:solidFill>
                  <a:schemeClr val="bg2"/>
                </a:solidFill>
              </a:rPr>
              <a:t> i </a:t>
            </a:r>
            <a:r>
              <a:rPr lang="es-ES" sz="1700" b="1" dirty="0" err="1">
                <a:solidFill>
                  <a:schemeClr val="bg2"/>
                </a:solidFill>
              </a:rPr>
              <a:t>fabriquem</a:t>
            </a:r>
            <a:r>
              <a:rPr lang="es-ES" sz="1700" b="1" dirty="0">
                <a:solidFill>
                  <a:schemeClr val="bg2"/>
                </a:solidFill>
              </a:rPr>
              <a:t> </a:t>
            </a:r>
            <a:r>
              <a:rPr lang="es-ES" sz="1700" b="1" dirty="0" err="1">
                <a:solidFill>
                  <a:schemeClr val="bg2"/>
                </a:solidFill>
              </a:rPr>
              <a:t>tot</a:t>
            </a:r>
            <a:r>
              <a:rPr lang="es-ES" sz="1700" b="1" dirty="0">
                <a:solidFill>
                  <a:schemeClr val="bg2"/>
                </a:solidFill>
              </a:rPr>
              <a:t> </a:t>
            </a:r>
            <a:r>
              <a:rPr lang="es-ES" sz="1700" b="1" dirty="0" err="1">
                <a:solidFill>
                  <a:schemeClr val="bg2"/>
                </a:solidFill>
              </a:rPr>
              <a:t>tipus</a:t>
            </a:r>
            <a:r>
              <a:rPr lang="es-ES" sz="1700" b="1" dirty="0">
                <a:solidFill>
                  <a:schemeClr val="bg2"/>
                </a:solidFill>
              </a:rPr>
              <a:t> de </a:t>
            </a:r>
            <a:r>
              <a:rPr lang="es-ES" sz="1700" b="1" dirty="0" err="1">
                <a:solidFill>
                  <a:schemeClr val="bg2"/>
                </a:solidFill>
              </a:rPr>
              <a:t>productes</a:t>
            </a:r>
            <a:r>
              <a:rPr lang="es-ES" sz="1700" b="1" dirty="0">
                <a:solidFill>
                  <a:schemeClr val="bg2"/>
                </a:solidFill>
              </a:rPr>
              <a:t> per al </a:t>
            </a:r>
            <a:r>
              <a:rPr lang="es-ES" sz="1700" b="1" dirty="0" err="1">
                <a:solidFill>
                  <a:schemeClr val="bg2"/>
                </a:solidFill>
              </a:rPr>
              <a:t>tall</a:t>
            </a:r>
            <a:r>
              <a:rPr lang="es-ES" sz="1700" b="1" dirty="0">
                <a:solidFill>
                  <a:schemeClr val="bg2"/>
                </a:solidFill>
              </a:rPr>
              <a:t>.</a:t>
            </a:r>
          </a:p>
          <a:p>
            <a:pPr marL="0" indent="0">
              <a:lnSpc>
                <a:spcPct val="90000"/>
              </a:lnSpc>
              <a:buNone/>
            </a:pPr>
            <a:endParaRPr lang="es-ES" sz="1400" dirty="0">
              <a:solidFill>
                <a:schemeClr val="bg1"/>
              </a:solidFill>
            </a:endParaRPr>
          </a:p>
          <a:p>
            <a:pPr lvl="1">
              <a:lnSpc>
                <a:spcPct val="90000"/>
              </a:lnSpc>
            </a:pPr>
            <a:r>
              <a:rPr lang="es-ES" sz="1500" dirty="0">
                <a:solidFill>
                  <a:schemeClr val="bg1"/>
                </a:solidFill>
              </a:rPr>
              <a:t>Serra Cinta	</a:t>
            </a:r>
          </a:p>
          <a:p>
            <a:pPr lvl="1">
              <a:lnSpc>
                <a:spcPct val="90000"/>
              </a:lnSpc>
            </a:pPr>
            <a:r>
              <a:rPr lang="es-ES" sz="1500" dirty="0" err="1">
                <a:solidFill>
                  <a:schemeClr val="bg1"/>
                </a:solidFill>
              </a:rPr>
              <a:t>Ganivetes</a:t>
            </a:r>
            <a:r>
              <a:rPr lang="es-ES" sz="1500" dirty="0">
                <a:solidFill>
                  <a:schemeClr val="bg1"/>
                </a:solidFill>
              </a:rPr>
              <a:t> </a:t>
            </a:r>
            <a:r>
              <a:rPr lang="es-ES" sz="1500" dirty="0" err="1">
                <a:solidFill>
                  <a:schemeClr val="bg1"/>
                </a:solidFill>
              </a:rPr>
              <a:t>Descotnar</a:t>
            </a:r>
            <a:r>
              <a:rPr lang="es-ES" sz="1500" dirty="0">
                <a:solidFill>
                  <a:schemeClr val="bg1"/>
                </a:solidFill>
              </a:rPr>
              <a:t> “SKINNERS”</a:t>
            </a:r>
          </a:p>
          <a:p>
            <a:pPr lvl="1">
              <a:lnSpc>
                <a:spcPct val="90000"/>
              </a:lnSpc>
            </a:pPr>
            <a:r>
              <a:rPr lang="es-ES" sz="1500" dirty="0">
                <a:solidFill>
                  <a:schemeClr val="bg1"/>
                </a:solidFill>
              </a:rPr>
              <a:t>Plaques/</a:t>
            </a:r>
            <a:r>
              <a:rPr lang="es-ES" sz="1500" dirty="0" err="1">
                <a:solidFill>
                  <a:schemeClr val="bg1"/>
                </a:solidFill>
              </a:rPr>
              <a:t>Ganivetes</a:t>
            </a:r>
            <a:endParaRPr lang="es-ES" sz="1500" dirty="0">
              <a:solidFill>
                <a:schemeClr val="bg1"/>
              </a:solidFill>
            </a:endParaRPr>
          </a:p>
          <a:p>
            <a:pPr lvl="1">
              <a:lnSpc>
                <a:spcPct val="90000"/>
              </a:lnSpc>
            </a:pPr>
            <a:r>
              <a:rPr lang="es-ES" sz="1500" dirty="0" err="1">
                <a:solidFill>
                  <a:schemeClr val="bg1"/>
                </a:solidFill>
              </a:rPr>
              <a:t>Cutters</a:t>
            </a:r>
            <a:endParaRPr lang="es-ES" sz="1500" dirty="0">
              <a:solidFill>
                <a:schemeClr val="bg1"/>
              </a:solidFill>
            </a:endParaRPr>
          </a:p>
          <a:p>
            <a:pPr lvl="1">
              <a:lnSpc>
                <a:spcPct val="90000"/>
              </a:lnSpc>
            </a:pPr>
            <a:r>
              <a:rPr lang="es-ES" sz="1500" dirty="0" err="1">
                <a:solidFill>
                  <a:schemeClr val="bg1"/>
                </a:solidFill>
              </a:rPr>
              <a:t>Txuleteres</a:t>
            </a:r>
            <a:endParaRPr lang="es-ES" sz="1500" dirty="0">
              <a:solidFill>
                <a:schemeClr val="bg1"/>
              </a:solidFill>
            </a:endParaRPr>
          </a:p>
          <a:p>
            <a:pPr lvl="1">
              <a:lnSpc>
                <a:spcPct val="90000"/>
              </a:lnSpc>
            </a:pPr>
            <a:r>
              <a:rPr lang="es-ES" sz="1500" dirty="0" err="1">
                <a:solidFill>
                  <a:schemeClr val="bg1"/>
                </a:solidFill>
              </a:rPr>
              <a:t>Llescadores</a:t>
            </a:r>
            <a:endParaRPr lang="es-ES" sz="1500" dirty="0">
              <a:solidFill>
                <a:schemeClr val="bg1"/>
              </a:solidFill>
            </a:endParaRPr>
          </a:p>
          <a:p>
            <a:pPr lvl="1">
              <a:lnSpc>
                <a:spcPct val="90000"/>
              </a:lnSpc>
            </a:pPr>
            <a:r>
              <a:rPr lang="es-ES" sz="1500" dirty="0" err="1">
                <a:solidFill>
                  <a:schemeClr val="bg1"/>
                </a:solidFill>
              </a:rPr>
              <a:t>Culanes</a:t>
            </a:r>
            <a:endParaRPr lang="es-ES" sz="1500" dirty="0">
              <a:solidFill>
                <a:schemeClr val="bg1"/>
              </a:solidFill>
            </a:endParaRPr>
          </a:p>
          <a:p>
            <a:pPr lvl="1">
              <a:lnSpc>
                <a:spcPct val="90000"/>
              </a:lnSpc>
            </a:pPr>
            <a:r>
              <a:rPr lang="es-ES" sz="1500" dirty="0">
                <a:solidFill>
                  <a:schemeClr val="bg1"/>
                </a:solidFill>
              </a:rPr>
              <a:t>Discs </a:t>
            </a:r>
            <a:r>
              <a:rPr lang="es-ES" sz="1500" dirty="0" err="1">
                <a:solidFill>
                  <a:schemeClr val="bg1"/>
                </a:solidFill>
              </a:rPr>
              <a:t>circulars</a:t>
            </a:r>
            <a:r>
              <a:rPr lang="es-ES" sz="1500" dirty="0">
                <a:solidFill>
                  <a:schemeClr val="bg1"/>
                </a:solidFill>
              </a:rPr>
              <a:t>, </a:t>
            </a:r>
            <a:r>
              <a:rPr lang="es-ES" sz="1500" dirty="0" err="1">
                <a:solidFill>
                  <a:schemeClr val="bg1"/>
                </a:solidFill>
              </a:rPr>
              <a:t>microdentats</a:t>
            </a:r>
            <a:r>
              <a:rPr lang="es-ES" sz="1500" dirty="0">
                <a:solidFill>
                  <a:schemeClr val="bg1"/>
                </a:solidFill>
              </a:rPr>
              <a:t>…</a:t>
            </a:r>
          </a:p>
          <a:p>
            <a:pPr lvl="1">
              <a:lnSpc>
                <a:spcPct val="90000"/>
              </a:lnSpc>
            </a:pPr>
            <a:r>
              <a:rPr lang="es-ES" sz="1500" dirty="0" err="1">
                <a:solidFill>
                  <a:schemeClr val="bg1"/>
                </a:solidFill>
              </a:rPr>
              <a:t>Podem</a:t>
            </a:r>
            <a:r>
              <a:rPr lang="es-ES" sz="1500" dirty="0">
                <a:solidFill>
                  <a:schemeClr val="bg1"/>
                </a:solidFill>
              </a:rPr>
              <a:t> fabricar </a:t>
            </a:r>
            <a:r>
              <a:rPr lang="es-ES" sz="1500" dirty="0" err="1">
                <a:solidFill>
                  <a:schemeClr val="bg1"/>
                </a:solidFill>
              </a:rPr>
              <a:t>segons</a:t>
            </a:r>
            <a:r>
              <a:rPr lang="es-ES" sz="1500" dirty="0">
                <a:solidFill>
                  <a:schemeClr val="bg1"/>
                </a:solidFill>
              </a:rPr>
              <a:t> </a:t>
            </a:r>
            <a:r>
              <a:rPr lang="es-ES" sz="1500" dirty="0" err="1">
                <a:solidFill>
                  <a:schemeClr val="bg1"/>
                </a:solidFill>
              </a:rPr>
              <a:t>planol</a:t>
            </a:r>
            <a:r>
              <a:rPr lang="es-ES" sz="1500" dirty="0">
                <a:solidFill>
                  <a:schemeClr val="bg1"/>
                </a:solidFill>
              </a:rPr>
              <a:t>, o </a:t>
            </a:r>
            <a:r>
              <a:rPr lang="es-ES" sz="1500" dirty="0" err="1">
                <a:solidFill>
                  <a:schemeClr val="bg1"/>
                </a:solidFill>
              </a:rPr>
              <a:t>mostra</a:t>
            </a:r>
            <a:r>
              <a:rPr lang="es-ES" sz="1500" dirty="0">
                <a:solidFill>
                  <a:schemeClr val="bg1"/>
                </a:solidFill>
              </a:rPr>
              <a:t>.</a:t>
            </a:r>
          </a:p>
        </p:txBody>
      </p:sp>
      <p:sp>
        <p:nvSpPr>
          <p:cNvPr id="4" name="Marcador de pie de página 3">
            <a:extLst>
              <a:ext uri="{FF2B5EF4-FFF2-40B4-BE49-F238E27FC236}">
                <a16:creationId xmlns:a16="http://schemas.microsoft.com/office/drawing/2014/main" id="{2DAA73B8-CDF0-75B6-FD3D-70CB5EC7C210}"/>
              </a:ext>
            </a:extLst>
          </p:cNvPr>
          <p:cNvSpPr>
            <a:spLocks noGrp="1"/>
          </p:cNvSpPr>
          <p:nvPr>
            <p:ph type="ftr" sz="quarter" idx="11"/>
          </p:nvPr>
        </p:nvSpPr>
        <p:spPr>
          <a:xfrm>
            <a:off x="56015" y="6454139"/>
            <a:ext cx="5901189" cy="320040"/>
          </a:xfrm>
        </p:spPr>
        <p:txBody>
          <a:bodyPr/>
          <a:lstStyle/>
          <a:p>
            <a:r>
              <a:rPr lang="es-ES" dirty="0">
                <a:solidFill>
                  <a:schemeClr val="bg1">
                    <a:alpha val="70000"/>
                  </a:schemeClr>
                </a:solidFill>
              </a:rPr>
              <a:t>ESMOTECH2026 SL</a:t>
            </a:r>
          </a:p>
        </p:txBody>
      </p:sp>
      <p:sp>
        <p:nvSpPr>
          <p:cNvPr id="6" name="Marcador de número de diapositiva 5">
            <a:extLst>
              <a:ext uri="{FF2B5EF4-FFF2-40B4-BE49-F238E27FC236}">
                <a16:creationId xmlns:a16="http://schemas.microsoft.com/office/drawing/2014/main" id="{3D9C7E4C-E96D-8A04-A3C5-80DF9E4B5AA7}"/>
              </a:ext>
            </a:extLst>
          </p:cNvPr>
          <p:cNvSpPr>
            <a:spLocks noGrp="1"/>
          </p:cNvSpPr>
          <p:nvPr>
            <p:ph type="sldNum" sz="quarter" idx="12"/>
          </p:nvPr>
        </p:nvSpPr>
        <p:spPr>
          <a:xfrm>
            <a:off x="11770225" y="6431279"/>
            <a:ext cx="365760" cy="365760"/>
          </a:xfrm>
        </p:spPr>
        <p:txBody>
          <a:bodyPr/>
          <a:lstStyle/>
          <a:p>
            <a:fld id="{95582461-8F8D-46DF-B209-82C863C990CB}" type="slidenum">
              <a:rPr lang="es-ES" smtClean="0"/>
              <a:t>6</a:t>
            </a:fld>
            <a:endParaRPr lang="es-ES"/>
          </a:p>
        </p:txBody>
      </p:sp>
    </p:spTree>
    <p:extLst>
      <p:ext uri="{BB962C8B-B14F-4D97-AF65-F5344CB8AC3E}">
        <p14:creationId xmlns:p14="http://schemas.microsoft.com/office/powerpoint/2010/main" val="1718883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0" name="Rectangle 45">
            <a:extLst>
              <a:ext uri="{FF2B5EF4-FFF2-40B4-BE49-F238E27FC236}">
                <a16:creationId xmlns:a16="http://schemas.microsoft.com/office/drawing/2014/main" id="{64950C64-5D81-40F1-9601-8BA0D63BAE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23" name="Marcador de contenido 13">
            <a:extLst>
              <a:ext uri="{FF2B5EF4-FFF2-40B4-BE49-F238E27FC236}">
                <a16:creationId xmlns:a16="http://schemas.microsoft.com/office/drawing/2014/main" id="{5083C9C6-3718-5DA5-0E1D-9AE8E08D9364}"/>
              </a:ext>
            </a:extLst>
          </p:cNvPr>
          <p:cNvPicPr>
            <a:picLocks noChangeAspect="1"/>
          </p:cNvPicPr>
          <p:nvPr/>
        </p:nvPicPr>
        <p:blipFill>
          <a:blip r:embed="rId3"/>
          <a:srcRect l="14088" r="9043" b="1"/>
          <a:stretch>
            <a:fillRect/>
          </a:stretch>
        </p:blipFill>
        <p:spPr>
          <a:xfrm>
            <a:off x="0" y="13477"/>
            <a:ext cx="12192000" cy="3428989"/>
          </a:xfrm>
          <a:prstGeom prst="rect">
            <a:avLst/>
          </a:prstGeom>
        </p:spPr>
      </p:pic>
      <p:pic>
        <p:nvPicPr>
          <p:cNvPr id="6" name="Marcador de contenido 5" descr="Dibujo en blanco y negro&#10;&#10;El contenido generado por IA puede ser incorrecto.">
            <a:extLst>
              <a:ext uri="{FF2B5EF4-FFF2-40B4-BE49-F238E27FC236}">
                <a16:creationId xmlns:a16="http://schemas.microsoft.com/office/drawing/2014/main" id="{44910229-E731-1EC8-8114-796D1A749C9A}"/>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574132" y="1074080"/>
            <a:ext cx="6357935" cy="1271587"/>
          </a:xfrm>
        </p:spPr>
      </p:pic>
      <p:sp>
        <p:nvSpPr>
          <p:cNvPr id="4" name="Marcador de pie de página 3">
            <a:extLst>
              <a:ext uri="{FF2B5EF4-FFF2-40B4-BE49-F238E27FC236}">
                <a16:creationId xmlns:a16="http://schemas.microsoft.com/office/drawing/2014/main" id="{9CE5041C-873E-76A8-81AB-FE031D548070}"/>
              </a:ext>
            </a:extLst>
          </p:cNvPr>
          <p:cNvSpPr>
            <a:spLocks noGrp="1"/>
          </p:cNvSpPr>
          <p:nvPr>
            <p:ph type="ftr" sz="quarter" idx="11"/>
          </p:nvPr>
        </p:nvSpPr>
        <p:spPr>
          <a:xfrm>
            <a:off x="82867" y="6416347"/>
            <a:ext cx="5901189" cy="320040"/>
          </a:xfrm>
        </p:spPr>
        <p:txBody>
          <a:bodyPr>
            <a:normAutofit/>
          </a:bodyPr>
          <a:lstStyle/>
          <a:p>
            <a:pPr>
              <a:spcAft>
                <a:spcPts val="600"/>
              </a:spcAft>
            </a:pPr>
            <a:r>
              <a:rPr lang="es-ES" dirty="0">
                <a:solidFill>
                  <a:schemeClr val="bg1">
                    <a:alpha val="70000"/>
                  </a:schemeClr>
                </a:solidFill>
              </a:rPr>
              <a:t>ESMOTECH2026 SL</a:t>
            </a:r>
          </a:p>
        </p:txBody>
      </p:sp>
      <p:sp>
        <p:nvSpPr>
          <p:cNvPr id="5" name="Marcador de número de diapositiva 4">
            <a:extLst>
              <a:ext uri="{FF2B5EF4-FFF2-40B4-BE49-F238E27FC236}">
                <a16:creationId xmlns:a16="http://schemas.microsoft.com/office/drawing/2014/main" id="{3A273258-50D9-0FBD-5640-3EE90BA982DC}"/>
              </a:ext>
            </a:extLst>
          </p:cNvPr>
          <p:cNvSpPr>
            <a:spLocks noGrp="1"/>
          </p:cNvSpPr>
          <p:nvPr>
            <p:ph type="sldNum" sz="quarter" idx="12"/>
          </p:nvPr>
        </p:nvSpPr>
        <p:spPr>
          <a:xfrm>
            <a:off x="11743373" y="6416347"/>
            <a:ext cx="365760" cy="365760"/>
          </a:xfrm>
        </p:spPr>
        <p:txBody>
          <a:bodyPr>
            <a:normAutofit/>
          </a:bodyPr>
          <a:lstStyle/>
          <a:p>
            <a:pPr>
              <a:lnSpc>
                <a:spcPct val="90000"/>
              </a:lnSpc>
              <a:spcAft>
                <a:spcPts val="600"/>
              </a:spcAft>
            </a:pPr>
            <a:fld id="{95582461-8F8D-46DF-B209-82C863C990CB}" type="slidenum">
              <a:rPr lang="es-ES" smtClean="0"/>
              <a:pPr>
                <a:lnSpc>
                  <a:spcPct val="90000"/>
                </a:lnSpc>
                <a:spcAft>
                  <a:spcPts val="600"/>
                </a:spcAft>
              </a:pPr>
              <a:t>7</a:t>
            </a:fld>
            <a:endParaRPr lang="es-ES"/>
          </a:p>
        </p:txBody>
      </p:sp>
      <p:pic>
        <p:nvPicPr>
          <p:cNvPr id="8" name="Imagen 7" descr="Imagen que contiene tabla, monitor, sostener, juego&#10;&#10;El contenido generado por IA puede ser incorrecto.">
            <a:extLst>
              <a:ext uri="{FF2B5EF4-FFF2-40B4-BE49-F238E27FC236}">
                <a16:creationId xmlns:a16="http://schemas.microsoft.com/office/drawing/2014/main" id="{2A73C56E-10C2-0976-B3F9-8626424B0B87}"/>
              </a:ext>
            </a:extLst>
          </p:cNvPr>
          <p:cNvPicPr>
            <a:picLocks noChangeAspect="1"/>
          </p:cNvPicPr>
          <p:nvPr/>
        </p:nvPicPr>
        <p:blipFill>
          <a:blip r:embed="rId5">
            <a:alphaModFix/>
            <a:extLst>
              <a:ext uri="{BEBA8EAE-BF5A-486C-A8C5-ECC9F3942E4B}">
                <a14:imgProps xmlns:a14="http://schemas.microsoft.com/office/drawing/2010/main">
                  <a14:imgLayer r:embed="rId6">
                    <a14:imgEffect>
                      <a14:artisticMarker/>
                    </a14:imgEffect>
                  </a14:imgLayer>
                </a14:imgProps>
              </a:ext>
              <a:ext uri="{28A0092B-C50C-407E-A947-70E740481C1C}">
                <a14:useLocalDpi xmlns:a14="http://schemas.microsoft.com/office/drawing/2010/main" val="0"/>
              </a:ext>
            </a:extLst>
          </a:blip>
          <a:stretch>
            <a:fillRect/>
          </a:stretch>
        </p:blipFill>
        <p:spPr>
          <a:xfrm>
            <a:off x="-142070" y="3120463"/>
            <a:ext cx="12592050" cy="3724060"/>
          </a:xfrm>
          <a:prstGeom prst="rect">
            <a:avLst/>
          </a:prstGeom>
          <a:effectLst>
            <a:softEdge rad="266776"/>
          </a:effectLst>
        </p:spPr>
      </p:pic>
    </p:spTree>
    <p:extLst>
      <p:ext uri="{BB962C8B-B14F-4D97-AF65-F5344CB8AC3E}">
        <p14:creationId xmlns:p14="http://schemas.microsoft.com/office/powerpoint/2010/main" val="2829512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FFBCEC5-750F-6639-15B7-835C4FBC0674}"/>
            </a:ext>
          </a:extLst>
        </p:cNvPr>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D0B21265-6CC5-CDFE-ECF6-A76CA2856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2AB3731B-A759-5A04-5F10-4F95BC4AD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2" name="Título 1">
            <a:extLst>
              <a:ext uri="{FF2B5EF4-FFF2-40B4-BE49-F238E27FC236}">
                <a16:creationId xmlns:a16="http://schemas.microsoft.com/office/drawing/2014/main" id="{D886FBBA-9AB2-C208-335D-E4DD80D1A40F}"/>
              </a:ext>
            </a:extLst>
          </p:cNvPr>
          <p:cNvSpPr>
            <a:spLocks noGrp="1"/>
          </p:cNvSpPr>
          <p:nvPr>
            <p:ph type="title"/>
          </p:nvPr>
        </p:nvSpPr>
        <p:spPr>
          <a:xfrm>
            <a:off x="105714" y="275167"/>
            <a:ext cx="4439480" cy="1728044"/>
          </a:xfrm>
          <a:noFill/>
          <a:ln>
            <a:solidFill>
              <a:schemeClr val="bg1"/>
            </a:solidFill>
          </a:ln>
        </p:spPr>
        <p:txBody>
          <a:bodyPr wrap="square">
            <a:normAutofit fontScale="90000"/>
          </a:bodyPr>
          <a:lstStyle/>
          <a:p>
            <a:r>
              <a:rPr lang="es-ES" sz="2000" b="1" dirty="0">
                <a:solidFill>
                  <a:schemeClr val="bg1"/>
                </a:solidFill>
              </a:rPr>
              <a:t>DISTRIBUIDOR OFICIAL:</a:t>
            </a:r>
            <a:br>
              <a:rPr lang="es-ES" sz="2000" b="1" dirty="0">
                <a:solidFill>
                  <a:schemeClr val="bg1"/>
                </a:solidFill>
              </a:rPr>
            </a:br>
            <a:br>
              <a:rPr lang="es-ES" sz="2000" b="1" dirty="0">
                <a:solidFill>
                  <a:schemeClr val="bg1"/>
                </a:solidFill>
              </a:rPr>
            </a:br>
            <a:br>
              <a:rPr lang="es-ES" sz="2000" b="1" dirty="0">
                <a:solidFill>
                  <a:schemeClr val="bg1"/>
                </a:solidFill>
              </a:rPr>
            </a:br>
            <a:br>
              <a:rPr lang="es-ES" sz="2000" b="1" dirty="0">
                <a:solidFill>
                  <a:schemeClr val="bg1"/>
                </a:solidFill>
              </a:rPr>
            </a:br>
            <a:br>
              <a:rPr lang="es-ES" sz="2000" b="1" dirty="0">
                <a:solidFill>
                  <a:schemeClr val="bg1"/>
                </a:solidFill>
              </a:rPr>
            </a:br>
            <a:br>
              <a:rPr lang="es-ES" sz="2000" b="1" dirty="0">
                <a:solidFill>
                  <a:schemeClr val="bg1"/>
                </a:solidFill>
              </a:rPr>
            </a:br>
            <a:endParaRPr lang="es-ES" sz="2000" b="1" dirty="0">
              <a:solidFill>
                <a:schemeClr val="bg1"/>
              </a:solidFill>
              <a:latin typeface="Audiowide" panose="02000503000000020004" pitchFamily="2" charset="0"/>
            </a:endParaRPr>
          </a:p>
        </p:txBody>
      </p:sp>
      <p:sp>
        <p:nvSpPr>
          <p:cNvPr id="3" name="Marcador de contenido 2">
            <a:extLst>
              <a:ext uri="{FF2B5EF4-FFF2-40B4-BE49-F238E27FC236}">
                <a16:creationId xmlns:a16="http://schemas.microsoft.com/office/drawing/2014/main" id="{BB6456B9-7424-A141-F3BC-34C3DEE5E5E8}"/>
              </a:ext>
            </a:extLst>
          </p:cNvPr>
          <p:cNvSpPr>
            <a:spLocks noGrp="1"/>
          </p:cNvSpPr>
          <p:nvPr>
            <p:ph idx="1"/>
          </p:nvPr>
        </p:nvSpPr>
        <p:spPr>
          <a:xfrm>
            <a:off x="106017" y="2278378"/>
            <a:ext cx="4439177" cy="4427222"/>
          </a:xfrm>
        </p:spPr>
        <p:txBody>
          <a:bodyPr>
            <a:normAutofit fontScale="92500" lnSpcReduction="10000"/>
          </a:bodyPr>
          <a:lstStyle/>
          <a:p>
            <a:pPr marL="0" indent="0" algn="just">
              <a:buNone/>
            </a:pPr>
            <a:r>
              <a:rPr lang="es-ES" sz="2400" dirty="0" err="1">
                <a:solidFill>
                  <a:schemeClr val="bg1"/>
                </a:solidFill>
              </a:rPr>
              <a:t>hagedorn</a:t>
            </a:r>
            <a:r>
              <a:rPr lang="es-ES" sz="2400" dirty="0">
                <a:solidFill>
                  <a:schemeClr val="bg1"/>
                </a:solidFill>
              </a:rPr>
              <a:t> FOODTECH es un especialista en </a:t>
            </a:r>
            <a:r>
              <a:rPr lang="es-ES" sz="2400" dirty="0" err="1">
                <a:solidFill>
                  <a:schemeClr val="bg1"/>
                </a:solidFill>
              </a:rPr>
              <a:t>eines</a:t>
            </a:r>
            <a:r>
              <a:rPr lang="es-ES" sz="2400" dirty="0">
                <a:solidFill>
                  <a:schemeClr val="bg1"/>
                </a:solidFill>
              </a:rPr>
              <a:t> de </a:t>
            </a:r>
            <a:r>
              <a:rPr lang="es-ES" sz="2400" dirty="0" err="1">
                <a:solidFill>
                  <a:schemeClr val="bg1"/>
                </a:solidFill>
              </a:rPr>
              <a:t>tall</a:t>
            </a:r>
            <a:r>
              <a:rPr lang="es-ES" sz="2400" dirty="0">
                <a:solidFill>
                  <a:schemeClr val="bg1"/>
                </a:solidFill>
              </a:rPr>
              <a:t> per a la </a:t>
            </a:r>
            <a:r>
              <a:rPr lang="es-ES" sz="2400" dirty="0" err="1">
                <a:solidFill>
                  <a:schemeClr val="bg1"/>
                </a:solidFill>
              </a:rPr>
              <a:t>indústria</a:t>
            </a:r>
            <a:r>
              <a:rPr lang="es-ES" sz="2400" dirty="0">
                <a:solidFill>
                  <a:schemeClr val="bg1"/>
                </a:solidFill>
              </a:rPr>
              <a:t> alimentaria, les </a:t>
            </a:r>
            <a:r>
              <a:rPr lang="es-ES" sz="2400" dirty="0" err="1">
                <a:solidFill>
                  <a:schemeClr val="bg1"/>
                </a:solidFill>
              </a:rPr>
              <a:t>seves</a:t>
            </a:r>
            <a:r>
              <a:rPr lang="es-ES" sz="2400" dirty="0">
                <a:solidFill>
                  <a:schemeClr val="bg1"/>
                </a:solidFill>
              </a:rPr>
              <a:t> </a:t>
            </a:r>
            <a:r>
              <a:rPr lang="es-ES" sz="2400" dirty="0" err="1">
                <a:solidFill>
                  <a:schemeClr val="bg1"/>
                </a:solidFill>
              </a:rPr>
              <a:t>cutxilles</a:t>
            </a:r>
            <a:r>
              <a:rPr lang="es-ES" sz="2400" dirty="0">
                <a:solidFill>
                  <a:schemeClr val="bg1"/>
                </a:solidFill>
              </a:rPr>
              <a:t> evolutives </a:t>
            </a:r>
            <a:r>
              <a:rPr lang="es-ES" sz="2400" dirty="0" err="1">
                <a:solidFill>
                  <a:schemeClr val="bg1"/>
                </a:solidFill>
              </a:rPr>
              <a:t>ofereixen</a:t>
            </a:r>
            <a:r>
              <a:rPr lang="es-ES" sz="2400" dirty="0">
                <a:solidFill>
                  <a:schemeClr val="bg1"/>
                </a:solidFill>
              </a:rPr>
              <a:t> un </a:t>
            </a:r>
            <a:r>
              <a:rPr lang="es-ES" sz="2400" dirty="0" err="1">
                <a:solidFill>
                  <a:schemeClr val="bg1"/>
                </a:solidFill>
              </a:rPr>
              <a:t>alt</a:t>
            </a:r>
            <a:r>
              <a:rPr lang="es-ES" sz="2400" dirty="0">
                <a:solidFill>
                  <a:schemeClr val="bg1"/>
                </a:solidFill>
              </a:rPr>
              <a:t> </a:t>
            </a:r>
            <a:r>
              <a:rPr lang="es-ES" sz="2400" dirty="0" err="1">
                <a:solidFill>
                  <a:schemeClr val="bg1"/>
                </a:solidFill>
              </a:rPr>
              <a:t>rendiment</a:t>
            </a:r>
            <a:r>
              <a:rPr lang="es-ES" sz="2400" dirty="0">
                <a:solidFill>
                  <a:schemeClr val="bg1"/>
                </a:solidFill>
              </a:rPr>
              <a:t> i una vida útil </a:t>
            </a:r>
            <a:r>
              <a:rPr lang="es-ES" sz="2400" dirty="0" err="1">
                <a:solidFill>
                  <a:schemeClr val="bg1"/>
                </a:solidFill>
              </a:rPr>
              <a:t>molt</a:t>
            </a:r>
            <a:r>
              <a:rPr lang="es-ES" sz="2400" dirty="0">
                <a:solidFill>
                  <a:schemeClr val="bg1"/>
                </a:solidFill>
              </a:rPr>
              <a:t> </a:t>
            </a:r>
            <a:r>
              <a:rPr lang="es-ES" sz="2400" dirty="0" err="1">
                <a:solidFill>
                  <a:schemeClr val="bg1"/>
                </a:solidFill>
              </a:rPr>
              <a:t>més</a:t>
            </a:r>
            <a:r>
              <a:rPr lang="es-ES" sz="2400" dirty="0">
                <a:solidFill>
                  <a:schemeClr val="bg1"/>
                </a:solidFill>
              </a:rPr>
              <a:t> alta a fi de generar </a:t>
            </a:r>
            <a:r>
              <a:rPr lang="es-ES" sz="2400" dirty="0" err="1">
                <a:solidFill>
                  <a:schemeClr val="bg1"/>
                </a:solidFill>
              </a:rPr>
              <a:t>estalvis</a:t>
            </a:r>
            <a:r>
              <a:rPr lang="es-ES" sz="2400" dirty="0">
                <a:solidFill>
                  <a:schemeClr val="bg1"/>
                </a:solidFill>
              </a:rPr>
              <a:t> a la industria per </a:t>
            </a:r>
            <a:r>
              <a:rPr lang="es-ES" sz="2400" dirty="0" err="1">
                <a:solidFill>
                  <a:schemeClr val="bg1"/>
                </a:solidFill>
              </a:rPr>
              <a:t>durabilitat</a:t>
            </a:r>
            <a:r>
              <a:rPr lang="es-ES" sz="2400" dirty="0">
                <a:solidFill>
                  <a:schemeClr val="bg1"/>
                </a:solidFill>
              </a:rPr>
              <a:t>.</a:t>
            </a:r>
          </a:p>
          <a:p>
            <a:pPr marL="0" indent="0" algn="just">
              <a:buNone/>
            </a:pPr>
            <a:endParaRPr lang="es-ES" sz="2400" dirty="0">
              <a:solidFill>
                <a:schemeClr val="bg1"/>
              </a:solidFill>
            </a:endParaRPr>
          </a:p>
          <a:p>
            <a:pPr marL="0" indent="0" algn="ctr">
              <a:buNone/>
            </a:pPr>
            <a:r>
              <a:rPr lang="es-ES" sz="2400" b="1" dirty="0" err="1">
                <a:solidFill>
                  <a:schemeClr val="bg2"/>
                </a:solidFill>
              </a:rPr>
              <a:t>Fabriquem</a:t>
            </a:r>
            <a:r>
              <a:rPr lang="es-ES" sz="2400" b="1" dirty="0">
                <a:solidFill>
                  <a:schemeClr val="bg2"/>
                </a:solidFill>
              </a:rPr>
              <a:t> </a:t>
            </a:r>
            <a:r>
              <a:rPr lang="es-ES" sz="2400" b="1" dirty="0" err="1">
                <a:solidFill>
                  <a:schemeClr val="bg2"/>
                </a:solidFill>
              </a:rPr>
              <a:t>ganivetes</a:t>
            </a:r>
            <a:r>
              <a:rPr lang="es-ES" sz="2400" b="1" dirty="0">
                <a:solidFill>
                  <a:schemeClr val="bg2"/>
                </a:solidFill>
              </a:rPr>
              <a:t> per totes les marques del </a:t>
            </a:r>
            <a:r>
              <a:rPr lang="es-ES" sz="2400" b="1" dirty="0" err="1">
                <a:solidFill>
                  <a:schemeClr val="bg2"/>
                </a:solidFill>
              </a:rPr>
              <a:t>mercat</a:t>
            </a:r>
            <a:r>
              <a:rPr lang="es-ES" sz="2400" b="1" dirty="0">
                <a:solidFill>
                  <a:schemeClr val="bg2"/>
                </a:solidFill>
              </a:rPr>
              <a:t>.</a:t>
            </a:r>
          </a:p>
          <a:p>
            <a:pPr marL="0" indent="0" algn="just">
              <a:buNone/>
            </a:pPr>
            <a:endParaRPr lang="es-ES" sz="2400" dirty="0">
              <a:solidFill>
                <a:schemeClr val="bg1"/>
              </a:solidFill>
            </a:endParaRPr>
          </a:p>
          <a:p>
            <a:pPr marL="0" indent="0" algn="just">
              <a:buNone/>
            </a:pPr>
            <a:r>
              <a:rPr lang="es-ES" sz="2400" dirty="0">
                <a:solidFill>
                  <a:schemeClr val="bg1"/>
                </a:solidFill>
              </a:rPr>
              <a:t>MADE IN GERMANI</a:t>
            </a:r>
            <a:endParaRPr lang="en-US" sz="2400" dirty="0">
              <a:solidFill>
                <a:schemeClr val="bg1"/>
              </a:solidFill>
            </a:endParaRPr>
          </a:p>
        </p:txBody>
      </p:sp>
      <p:sp>
        <p:nvSpPr>
          <p:cNvPr id="4" name="Marcador de pie de página 3">
            <a:extLst>
              <a:ext uri="{FF2B5EF4-FFF2-40B4-BE49-F238E27FC236}">
                <a16:creationId xmlns:a16="http://schemas.microsoft.com/office/drawing/2014/main" id="{A12D5394-A473-01EB-2A22-903098CA529A}"/>
              </a:ext>
            </a:extLst>
          </p:cNvPr>
          <p:cNvSpPr>
            <a:spLocks noGrp="1"/>
          </p:cNvSpPr>
          <p:nvPr>
            <p:ph type="ftr" sz="quarter" idx="11"/>
          </p:nvPr>
        </p:nvSpPr>
        <p:spPr>
          <a:xfrm>
            <a:off x="56015" y="6454139"/>
            <a:ext cx="5901189" cy="320040"/>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ES" sz="1050" b="0" i="0" u="none" strike="noStrike" kern="1200" cap="none" spc="0" normalizeH="0" baseline="0" noProof="0" dirty="0">
                <a:ln>
                  <a:noFill/>
                </a:ln>
                <a:solidFill>
                  <a:srgbClr val="FFFFFF">
                    <a:alpha val="70000"/>
                  </a:srgbClr>
                </a:solidFill>
                <a:effectLst/>
                <a:uLnTx/>
                <a:uFillTx/>
                <a:latin typeface="Gill Sans MT" panose="020B0502020104020203"/>
                <a:ea typeface="+mn-ea"/>
                <a:cs typeface="+mn-cs"/>
              </a:rPr>
              <a:t>ESMOTECH2026 SL</a:t>
            </a:r>
          </a:p>
        </p:txBody>
      </p:sp>
      <p:sp>
        <p:nvSpPr>
          <p:cNvPr id="6" name="Marcador de número de diapositiva 5">
            <a:extLst>
              <a:ext uri="{FF2B5EF4-FFF2-40B4-BE49-F238E27FC236}">
                <a16:creationId xmlns:a16="http://schemas.microsoft.com/office/drawing/2014/main" id="{B1B6D964-7F18-7DDF-54FC-4A05F46260FF}"/>
              </a:ext>
            </a:extLst>
          </p:cNvPr>
          <p:cNvSpPr>
            <a:spLocks noGrp="1"/>
          </p:cNvSpPr>
          <p:nvPr>
            <p:ph type="sldNum" sz="quarter" idx="12"/>
          </p:nvPr>
        </p:nvSpPr>
        <p:spPr>
          <a:xfrm>
            <a:off x="11770225" y="6431279"/>
            <a:ext cx="365760" cy="365760"/>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95582461-8F8D-46DF-B209-82C863C990CB}" type="slidenum">
              <a:rPr kumimoji="0" lang="es-ES" sz="1100" b="0" i="0" u="none" strike="noStrike" kern="1200" cap="none" spc="0" normalizeH="0" baseline="0" noProof="0" smtClean="0">
                <a:ln>
                  <a:noFill/>
                </a:ln>
                <a:solidFill>
                  <a:srgbClr val="FFFFFF"/>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8</a:t>
            </a:fld>
            <a:endParaRPr kumimoji="0" lang="es-ES" sz="11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pic>
        <p:nvPicPr>
          <p:cNvPr id="8" name="Picture 8">
            <a:extLst>
              <a:ext uri="{FF2B5EF4-FFF2-40B4-BE49-F238E27FC236}">
                <a16:creationId xmlns:a16="http://schemas.microsoft.com/office/drawing/2014/main" id="{DE33A628-BA61-744C-D25F-C23E740DD8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360" y="534775"/>
            <a:ext cx="3717904" cy="1441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Box 2">
            <a:extLst>
              <a:ext uri="{FF2B5EF4-FFF2-40B4-BE49-F238E27FC236}">
                <a16:creationId xmlns:a16="http://schemas.microsoft.com/office/drawing/2014/main" id="{5CB22C6B-59AA-C965-939C-C65456160753}"/>
              </a:ext>
            </a:extLst>
          </p:cNvPr>
          <p:cNvSpPr txBox="1">
            <a:spLocks noChangeAspect="1" noChangeArrowheads="1"/>
          </p:cNvSpPr>
          <p:nvPr/>
        </p:nvSpPr>
        <p:spPr bwMode="auto">
          <a:xfrm>
            <a:off x="4705933" y="1847313"/>
            <a:ext cx="7380050" cy="501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tabLst>
                <a:tab pos="957263" algn="l"/>
                <a:tab pos="1143000" algn="l"/>
              </a:tabLst>
              <a:defRPr sz="2400">
                <a:solidFill>
                  <a:schemeClr val="tx1"/>
                </a:solidFill>
                <a:latin typeface="Arial" charset="0"/>
                <a:ea typeface="Geneva" pitchFamily="-1" charset="-128"/>
              </a:defRPr>
            </a:lvl1pPr>
            <a:lvl2pPr marL="37931725" indent="-37474525" eaLnBrk="0" hangingPunct="0">
              <a:tabLst>
                <a:tab pos="957263" algn="l"/>
                <a:tab pos="1143000" algn="l"/>
              </a:tabLst>
              <a:defRPr sz="2400">
                <a:solidFill>
                  <a:schemeClr val="tx1"/>
                </a:solidFill>
                <a:latin typeface="Arial" charset="0"/>
                <a:ea typeface="Geneva" pitchFamily="-1" charset="-128"/>
              </a:defRPr>
            </a:lvl2pPr>
            <a:lvl3pPr eaLnBrk="0" hangingPunct="0">
              <a:tabLst>
                <a:tab pos="957263" algn="l"/>
                <a:tab pos="1143000" algn="l"/>
              </a:tabLst>
              <a:defRPr sz="2400">
                <a:solidFill>
                  <a:schemeClr val="tx1"/>
                </a:solidFill>
                <a:latin typeface="Arial" charset="0"/>
                <a:ea typeface="Geneva" pitchFamily="-1" charset="-128"/>
              </a:defRPr>
            </a:lvl3pPr>
            <a:lvl4pPr eaLnBrk="0" hangingPunct="0">
              <a:tabLst>
                <a:tab pos="957263" algn="l"/>
                <a:tab pos="1143000" algn="l"/>
              </a:tabLst>
              <a:defRPr sz="2400">
                <a:solidFill>
                  <a:schemeClr val="tx1"/>
                </a:solidFill>
                <a:latin typeface="Arial" charset="0"/>
                <a:ea typeface="Geneva" pitchFamily="-1" charset="-128"/>
              </a:defRPr>
            </a:lvl4pPr>
            <a:lvl5pPr eaLnBrk="0" hangingPunct="0">
              <a:tabLst>
                <a:tab pos="957263" algn="l"/>
                <a:tab pos="1143000" algn="l"/>
              </a:tabLst>
              <a:defRPr sz="2400">
                <a:solidFill>
                  <a:schemeClr val="tx1"/>
                </a:solidFill>
                <a:latin typeface="Arial" charset="0"/>
                <a:ea typeface="Geneva" pitchFamily="-1" charset="-128"/>
              </a:defRPr>
            </a:lvl5pPr>
            <a:lvl6pPr marL="457200" eaLnBrk="0" fontAlgn="base" hangingPunct="0">
              <a:spcBef>
                <a:spcPct val="0"/>
              </a:spcBef>
              <a:spcAft>
                <a:spcPct val="0"/>
              </a:spcAft>
              <a:tabLst>
                <a:tab pos="957263" algn="l"/>
                <a:tab pos="1143000" algn="l"/>
              </a:tabLst>
              <a:defRPr sz="2400">
                <a:solidFill>
                  <a:schemeClr val="tx1"/>
                </a:solidFill>
                <a:latin typeface="Arial" charset="0"/>
                <a:ea typeface="Geneva" pitchFamily="-1" charset="-128"/>
              </a:defRPr>
            </a:lvl6pPr>
            <a:lvl7pPr marL="914400" eaLnBrk="0" fontAlgn="base" hangingPunct="0">
              <a:spcBef>
                <a:spcPct val="0"/>
              </a:spcBef>
              <a:spcAft>
                <a:spcPct val="0"/>
              </a:spcAft>
              <a:tabLst>
                <a:tab pos="957263" algn="l"/>
                <a:tab pos="1143000" algn="l"/>
              </a:tabLst>
              <a:defRPr sz="2400">
                <a:solidFill>
                  <a:schemeClr val="tx1"/>
                </a:solidFill>
                <a:latin typeface="Arial" charset="0"/>
                <a:ea typeface="Geneva" pitchFamily="-1" charset="-128"/>
              </a:defRPr>
            </a:lvl7pPr>
            <a:lvl8pPr marL="1371600" eaLnBrk="0" fontAlgn="base" hangingPunct="0">
              <a:spcBef>
                <a:spcPct val="0"/>
              </a:spcBef>
              <a:spcAft>
                <a:spcPct val="0"/>
              </a:spcAft>
              <a:tabLst>
                <a:tab pos="957263" algn="l"/>
                <a:tab pos="1143000" algn="l"/>
              </a:tabLst>
              <a:defRPr sz="2400">
                <a:solidFill>
                  <a:schemeClr val="tx1"/>
                </a:solidFill>
                <a:latin typeface="Arial" charset="0"/>
                <a:ea typeface="Geneva" pitchFamily="-1" charset="-128"/>
              </a:defRPr>
            </a:lvl8pPr>
            <a:lvl9pPr marL="1828800" eaLnBrk="0" fontAlgn="base" hangingPunct="0">
              <a:spcBef>
                <a:spcPct val="0"/>
              </a:spcBef>
              <a:spcAft>
                <a:spcPct val="0"/>
              </a:spcAft>
              <a:tabLst>
                <a:tab pos="957263" algn="l"/>
                <a:tab pos="1143000" algn="l"/>
              </a:tabLst>
              <a:defRPr sz="2400">
                <a:solidFill>
                  <a:schemeClr val="tx1"/>
                </a:solidFill>
                <a:latin typeface="Arial" charset="0"/>
                <a:ea typeface="Geneva" pitchFamily="-1" charset="-128"/>
              </a:defRPr>
            </a:lvl9pPr>
          </a:lstStyle>
          <a:p>
            <a:pPr marL="0" marR="0" lvl="0" indent="0" algn="ctr" defTabSz="457200" rtl="0" eaLnBrk="0" fontAlgn="auto" latinLnBrk="0" hangingPunct="0">
              <a:lnSpc>
                <a:spcPct val="100000"/>
              </a:lnSpc>
              <a:spcBef>
                <a:spcPts val="0"/>
              </a:spcBef>
              <a:spcAft>
                <a:spcPts val="2000"/>
              </a:spcAft>
              <a:buClrTx/>
              <a:buSzPct val="100000"/>
              <a:buFontTx/>
              <a:buNone/>
              <a:tabLst>
                <a:tab pos="957263" algn="l"/>
                <a:tab pos="1143000" algn="l"/>
              </a:tabLst>
              <a:defRPr/>
            </a:pPr>
            <a:r>
              <a:rPr kumimoji="0" lang="de-DE" altLang="de-DE" sz="3200" b="1" i="0" u="sng"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Evolutives</a:t>
            </a:r>
          </a:p>
          <a:p>
            <a:pPr marL="0" marR="0" lvl="0" indent="0" algn="just" defTabSz="457200" rtl="0" eaLnBrk="0" fontAlgn="auto" latinLnBrk="0" hangingPunct="0">
              <a:lnSpc>
                <a:spcPct val="100000"/>
              </a:lnSpc>
              <a:spcBef>
                <a:spcPts val="0"/>
              </a:spcBef>
              <a:spcAft>
                <a:spcPts val="2000"/>
              </a:spcAft>
              <a:buClrTx/>
              <a:buSzPct val="100000"/>
              <a:buFontTx/>
              <a:buNone/>
              <a:tabLst>
                <a:tab pos="957263" algn="l"/>
                <a:tab pos="1143000" algn="l"/>
              </a:tabLst>
              <a:defRPr/>
            </a:pPr>
            <a:r>
              <a:rPr kumimoji="0" lang="de-DE" altLang="de-DE" sz="1600" b="1"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Ganiveta TRITECH </a:t>
            </a:r>
            <a:r>
              <a:rPr kumimoji="0" lang="de-DE" altLang="de-DE" sz="16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per a uns estàndards d'higiene excel·lents i una precisió òptima (material d'alta aleació)</a:t>
            </a:r>
          </a:p>
          <a:p>
            <a:pPr marL="0" marR="0" lvl="0" indent="0" algn="just" defTabSz="457200" rtl="0" eaLnBrk="0" fontAlgn="auto" latinLnBrk="0" hangingPunct="0">
              <a:lnSpc>
                <a:spcPct val="100000"/>
              </a:lnSpc>
              <a:spcBef>
                <a:spcPts val="0"/>
              </a:spcBef>
              <a:spcAft>
                <a:spcPts val="2000"/>
              </a:spcAft>
              <a:buClrTx/>
              <a:buSzPct val="100000"/>
              <a:buFontTx/>
              <a:buNone/>
              <a:tabLst>
                <a:tab pos="957263" algn="l"/>
                <a:tab pos="1143000" algn="l"/>
              </a:tabLst>
              <a:defRPr/>
            </a:pPr>
            <a:r>
              <a:rPr kumimoji="0" lang="de-DE" altLang="de-DE" sz="1600" b="1" i="0" u="none" strike="noStrike" kern="1200" cap="none" spc="0" normalizeH="0" baseline="0" noProof="0" dirty="0">
                <a:ln>
                  <a:noFill/>
                </a:ln>
                <a:solidFill>
                  <a:srgbClr val="000000"/>
                </a:solidFill>
                <a:effectLst/>
                <a:uLnTx/>
                <a:uFillTx/>
                <a:latin typeface="Arial" charset="0"/>
                <a:ea typeface="Geneva" pitchFamily="-1" charset="-128"/>
                <a:cs typeface="+mn-cs"/>
              </a:rPr>
              <a:t>Ganiveta</a:t>
            </a:r>
            <a:r>
              <a:rPr kumimoji="0" lang="de-DE" altLang="de-DE" sz="1600" b="1"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 LONGLIFE </a:t>
            </a:r>
            <a:r>
              <a:rPr kumimoji="0" lang="de-DE" altLang="de-DE" sz="16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que garanteixen una qualitat constant, fins i tot sota càrregues severes (acer per a eines)</a:t>
            </a:r>
          </a:p>
          <a:p>
            <a:pPr marL="0" marR="0" lvl="0" indent="0" algn="just" defTabSz="457200" rtl="0" eaLnBrk="0" fontAlgn="auto" latinLnBrk="0" hangingPunct="0">
              <a:lnSpc>
                <a:spcPct val="100000"/>
              </a:lnSpc>
              <a:spcBef>
                <a:spcPts val="0"/>
              </a:spcBef>
              <a:spcAft>
                <a:spcPts val="2000"/>
              </a:spcAft>
              <a:buClrTx/>
              <a:buSzPct val="100000"/>
              <a:buFontTx/>
              <a:buNone/>
              <a:tabLst>
                <a:tab pos="957263" algn="l"/>
                <a:tab pos="1143000" algn="l"/>
              </a:tabLst>
              <a:defRPr/>
            </a:pPr>
            <a:r>
              <a:rPr kumimoji="0" lang="de-DE" altLang="de-DE" sz="1600" b="1" i="0" u="none" strike="noStrike" kern="1200" cap="none" spc="0" normalizeH="0" baseline="0" noProof="0" dirty="0">
                <a:ln>
                  <a:noFill/>
                </a:ln>
                <a:solidFill>
                  <a:srgbClr val="000000"/>
                </a:solidFill>
                <a:effectLst/>
                <a:uLnTx/>
                <a:uFillTx/>
                <a:latin typeface="Arial" charset="0"/>
                <a:ea typeface="Geneva" pitchFamily="-1" charset="-128"/>
                <a:cs typeface="+mn-cs"/>
              </a:rPr>
              <a:t>Ganiveta</a:t>
            </a:r>
            <a:r>
              <a:rPr kumimoji="0" lang="de-DE" altLang="de-DE" sz="1600" b="1"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 GENESIS </a:t>
            </a:r>
            <a:r>
              <a:rPr kumimoji="0" lang="de-DE" altLang="de-DE" sz="16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que compleixen els estàndards de qualitat més alts per a una vida útil màxima (acer de pols de metall)</a:t>
            </a:r>
          </a:p>
          <a:p>
            <a:pPr marL="0" marR="0" lvl="0" indent="0" algn="l" defTabSz="457200" rtl="0" eaLnBrk="0" fontAlgn="auto" latinLnBrk="0" hangingPunct="0">
              <a:lnSpc>
                <a:spcPct val="100000"/>
              </a:lnSpc>
              <a:spcBef>
                <a:spcPts val="0"/>
              </a:spcBef>
              <a:spcAft>
                <a:spcPts val="2000"/>
              </a:spcAft>
              <a:buClrTx/>
              <a:buSzPct val="100000"/>
              <a:buFontTx/>
              <a:buNone/>
              <a:tabLst>
                <a:tab pos="957263" algn="l"/>
                <a:tab pos="1143000" algn="l"/>
              </a:tabLst>
              <a:defRPr/>
            </a:pPr>
            <a:r>
              <a:rPr kumimoji="0" lang="de-DE" altLang="de-DE" sz="16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Totes les ganivetes estan trempades al 100% del seu cos, generant una duresa excelent la qual ens ofereix baixes vibracions, precisió en el tall i utilitzables en radis de 8 a 30mm.</a:t>
            </a:r>
          </a:p>
          <a:p>
            <a:pPr marL="0" marR="0" lvl="0" indent="0" algn="l" defTabSz="457200" rtl="0" eaLnBrk="0" fontAlgn="auto" latinLnBrk="0" hangingPunct="0">
              <a:lnSpc>
                <a:spcPct val="100000"/>
              </a:lnSpc>
              <a:spcBef>
                <a:spcPts val="0"/>
              </a:spcBef>
              <a:spcAft>
                <a:spcPts val="2000"/>
              </a:spcAft>
              <a:buClrTx/>
              <a:buSzPct val="100000"/>
              <a:buFontTx/>
              <a:buNone/>
              <a:tabLst>
                <a:tab pos="957263" algn="l"/>
                <a:tab pos="1143000" algn="l"/>
              </a:tabLst>
              <a:defRPr/>
            </a:pPr>
            <a:r>
              <a:rPr kumimoji="0" lang="ca-ES" sz="1600" b="1"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Regeneració: </a:t>
            </a:r>
            <a:r>
              <a:rPr kumimoji="0" lang="ca-ES" sz="16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Elaborada tècnica, amb processos de treball perfectament adaptats, produint sempre ganivetes </a:t>
            </a:r>
            <a:r>
              <a:rPr kumimoji="0" lang="ca-ES" sz="1600" b="0" i="0" u="none" strike="noStrike" kern="1200" cap="none" spc="0" normalizeH="0" baseline="0" noProof="0" dirty="0" err="1">
                <a:ln>
                  <a:noFill/>
                </a:ln>
                <a:solidFill>
                  <a:srgbClr val="000000"/>
                </a:solidFill>
                <a:effectLst/>
                <a:uLnTx/>
                <a:uFillTx/>
                <a:latin typeface="Gill Sans MT" panose="020B0502020104020203"/>
                <a:ea typeface="Geneva" pitchFamily="-1" charset="-128"/>
                <a:cs typeface="+mn-cs"/>
              </a:rPr>
              <a:t>reacondicionades</a:t>
            </a:r>
            <a:r>
              <a:rPr kumimoji="0" lang="ca-ES" sz="16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 des del dentat, equilibrat, recobriment y aportant una vida útil com noves</a:t>
            </a:r>
            <a:r>
              <a:rPr kumimoji="0" lang="ca-ES" sz="1800" b="0" i="0" u="none" strike="noStrike" kern="1200" cap="none" spc="0" normalizeH="0" baseline="0" noProof="0" dirty="0">
                <a:ln>
                  <a:noFill/>
                </a:ln>
                <a:solidFill>
                  <a:srgbClr val="000000"/>
                </a:solidFill>
                <a:effectLst/>
                <a:uLnTx/>
                <a:uFillTx/>
                <a:latin typeface="Gill Sans MT" panose="020B0502020104020203"/>
                <a:ea typeface="Geneva" pitchFamily="-1" charset="-128"/>
                <a:cs typeface="+mn-cs"/>
              </a:rPr>
              <a:t>.</a:t>
            </a:r>
          </a:p>
        </p:txBody>
      </p:sp>
      <p:pic>
        <p:nvPicPr>
          <p:cNvPr id="10" name="Picture 6" descr="E:\Sichelmesser\Thumbnails\130326_Hagedorn_20_RET.jpg">
            <a:extLst>
              <a:ext uri="{FF2B5EF4-FFF2-40B4-BE49-F238E27FC236}">
                <a16:creationId xmlns:a16="http://schemas.microsoft.com/office/drawing/2014/main" id="{1F57DFA9-6D25-2963-ECA5-85F3F45629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8131" y="35999"/>
            <a:ext cx="1328199" cy="177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1" descr="http://cms.hagedorn-gmbh.de/images/8/842ecbc7ae96d708269fa52ad89513ce913d5076.png?nocache=1461916361447">
            <a:extLst>
              <a:ext uri="{FF2B5EF4-FFF2-40B4-BE49-F238E27FC236}">
                <a16:creationId xmlns:a16="http://schemas.microsoft.com/office/drawing/2014/main" id="{7C13F03C-B1EC-4CAF-012F-C36FC1E7A8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9720" y="35999"/>
            <a:ext cx="1312418" cy="175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Grafik 1">
            <a:extLst>
              <a:ext uri="{FF2B5EF4-FFF2-40B4-BE49-F238E27FC236}">
                <a16:creationId xmlns:a16="http://schemas.microsoft.com/office/drawing/2014/main" id="{43F1F472-1275-D0E1-92D9-8B3396E2B73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50670" y="35999"/>
            <a:ext cx="1312418" cy="175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884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94" name="Rectangle 1093">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a:extLst>
              <a:ext uri="{FF2B5EF4-FFF2-40B4-BE49-F238E27FC236}">
                <a16:creationId xmlns:a16="http://schemas.microsoft.com/office/drawing/2014/main" id="{7F52BA8A-0FD0-BB5F-A734-E1105CB47290}"/>
              </a:ext>
            </a:extLst>
          </p:cNvPr>
          <p:cNvPicPr>
            <a:picLocks noChangeAspect="1"/>
          </p:cNvPicPr>
          <p:nvPr/>
        </p:nvPicPr>
        <p:blipFill>
          <a:blip r:embed="rId3"/>
          <a:srcRect l="10852" r="15751" b="3"/>
          <a:stretch>
            <a:fillRect/>
          </a:stretch>
        </p:blipFill>
        <p:spPr>
          <a:xfrm>
            <a:off x="4650883" y="3429010"/>
            <a:ext cx="3770541" cy="3428990"/>
          </a:xfrm>
          <a:prstGeom prst="rect">
            <a:avLst/>
          </a:prstGeom>
        </p:spPr>
      </p:pic>
      <p:sp>
        <p:nvSpPr>
          <p:cNvPr id="1096" name="Rectangle 1095">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5E023A-B8AF-54AC-A390-772BC74C0EE5}"/>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s-ES" b="1">
                <a:solidFill>
                  <a:schemeClr val="bg1"/>
                </a:solidFill>
                <a:latin typeface="Audiowide" panose="02000503000000020004" pitchFamily="2" charset="0"/>
              </a:rPr>
              <a:t>ALTRES PRODUCTES</a:t>
            </a:r>
          </a:p>
        </p:txBody>
      </p:sp>
      <p:sp>
        <p:nvSpPr>
          <p:cNvPr id="3" name="Marcador de contenido 2">
            <a:extLst>
              <a:ext uri="{FF2B5EF4-FFF2-40B4-BE49-F238E27FC236}">
                <a16:creationId xmlns:a16="http://schemas.microsoft.com/office/drawing/2014/main" id="{F24D634C-EBF4-A8F7-5890-5E302AFC3C45}"/>
              </a:ext>
            </a:extLst>
          </p:cNvPr>
          <p:cNvSpPr>
            <a:spLocks noGrp="1"/>
          </p:cNvSpPr>
          <p:nvPr>
            <p:ph idx="1"/>
          </p:nvPr>
        </p:nvSpPr>
        <p:spPr>
          <a:xfrm>
            <a:off x="643468" y="2638044"/>
            <a:ext cx="3363974" cy="3415622"/>
          </a:xfrm>
        </p:spPr>
        <p:txBody>
          <a:bodyPr>
            <a:normAutofit lnSpcReduction="10000"/>
          </a:bodyPr>
          <a:lstStyle/>
          <a:p>
            <a:pPr marL="0" indent="0">
              <a:lnSpc>
                <a:spcPct val="90000"/>
              </a:lnSpc>
              <a:buNone/>
            </a:pPr>
            <a:r>
              <a:rPr lang="es-ES" sz="1500" b="1" dirty="0" err="1">
                <a:solidFill>
                  <a:schemeClr val="bg2"/>
                </a:solidFill>
              </a:rPr>
              <a:t>Distribuim</a:t>
            </a:r>
            <a:r>
              <a:rPr lang="es-ES" sz="1500" b="1" dirty="0">
                <a:solidFill>
                  <a:schemeClr val="bg2"/>
                </a:solidFill>
              </a:rPr>
              <a:t> </a:t>
            </a:r>
            <a:r>
              <a:rPr lang="es-ES" sz="1500" b="1" dirty="0" err="1">
                <a:solidFill>
                  <a:schemeClr val="bg2"/>
                </a:solidFill>
              </a:rPr>
              <a:t>altres</a:t>
            </a:r>
            <a:r>
              <a:rPr lang="es-ES" sz="1500" b="1" dirty="0">
                <a:solidFill>
                  <a:schemeClr val="bg2"/>
                </a:solidFill>
              </a:rPr>
              <a:t> </a:t>
            </a:r>
            <a:r>
              <a:rPr lang="es-ES" sz="1500" b="1" dirty="0" err="1">
                <a:solidFill>
                  <a:schemeClr val="bg2"/>
                </a:solidFill>
              </a:rPr>
              <a:t>productes</a:t>
            </a:r>
            <a:r>
              <a:rPr lang="es-ES" sz="1500" b="1" dirty="0">
                <a:solidFill>
                  <a:schemeClr val="bg2"/>
                </a:solidFill>
              </a:rPr>
              <a:t> consumibles </a:t>
            </a:r>
            <a:r>
              <a:rPr lang="es-ES" sz="1500" b="1" dirty="0" err="1">
                <a:solidFill>
                  <a:schemeClr val="bg2"/>
                </a:solidFill>
              </a:rPr>
              <a:t>com</a:t>
            </a:r>
            <a:r>
              <a:rPr lang="es-ES" sz="1500" b="1" dirty="0">
                <a:solidFill>
                  <a:schemeClr val="bg2"/>
                </a:solidFill>
              </a:rPr>
              <a:t>:</a:t>
            </a:r>
          </a:p>
          <a:p>
            <a:pPr marL="0" indent="0">
              <a:lnSpc>
                <a:spcPct val="90000"/>
              </a:lnSpc>
              <a:buNone/>
            </a:pPr>
            <a:endParaRPr lang="es-ES" sz="1500" dirty="0">
              <a:solidFill>
                <a:schemeClr val="bg1"/>
              </a:solidFill>
            </a:endParaRPr>
          </a:p>
          <a:p>
            <a:pPr lvl="1">
              <a:lnSpc>
                <a:spcPct val="90000"/>
              </a:lnSpc>
            </a:pPr>
            <a:r>
              <a:rPr lang="es-ES" sz="1500" dirty="0" err="1">
                <a:solidFill>
                  <a:schemeClr val="bg1"/>
                </a:solidFill>
              </a:rPr>
              <a:t>Capçals</a:t>
            </a:r>
            <a:r>
              <a:rPr lang="es-ES" sz="1500" dirty="0">
                <a:solidFill>
                  <a:schemeClr val="bg1"/>
                </a:solidFill>
              </a:rPr>
              <a:t> </a:t>
            </a:r>
            <a:r>
              <a:rPr lang="es-ES" sz="1500" dirty="0" err="1">
                <a:solidFill>
                  <a:schemeClr val="bg1"/>
                </a:solidFill>
              </a:rPr>
              <a:t>tèrmics</a:t>
            </a:r>
            <a:r>
              <a:rPr lang="es-ES" sz="1500" dirty="0">
                <a:solidFill>
                  <a:schemeClr val="bg1"/>
                </a:solidFill>
              </a:rPr>
              <a:t> (</a:t>
            </a:r>
            <a:r>
              <a:rPr lang="es-ES" sz="1500" dirty="0" err="1">
                <a:solidFill>
                  <a:schemeClr val="bg1"/>
                </a:solidFill>
              </a:rPr>
              <a:t>Bizerba</a:t>
            </a:r>
            <a:r>
              <a:rPr lang="es-ES" sz="1500" dirty="0">
                <a:solidFill>
                  <a:schemeClr val="bg1"/>
                </a:solidFill>
              </a:rPr>
              <a:t>, </a:t>
            </a:r>
            <a:r>
              <a:rPr lang="es-ES" sz="1500" dirty="0" err="1">
                <a:solidFill>
                  <a:schemeClr val="bg1"/>
                </a:solidFill>
              </a:rPr>
              <a:t>Zebra</a:t>
            </a:r>
            <a:r>
              <a:rPr lang="es-ES" sz="1500" dirty="0">
                <a:solidFill>
                  <a:schemeClr val="bg1"/>
                </a:solidFill>
              </a:rPr>
              <a:t>, </a:t>
            </a:r>
            <a:r>
              <a:rPr lang="es-ES" sz="1500" dirty="0" err="1">
                <a:solidFill>
                  <a:schemeClr val="bg1"/>
                </a:solidFill>
              </a:rPr>
              <a:t>Intermec</a:t>
            </a:r>
            <a:r>
              <a:rPr lang="es-ES" sz="1500" dirty="0">
                <a:solidFill>
                  <a:schemeClr val="bg1"/>
                </a:solidFill>
              </a:rPr>
              <a:t>, </a:t>
            </a:r>
            <a:r>
              <a:rPr lang="es-ES" sz="1500" dirty="0" err="1">
                <a:solidFill>
                  <a:schemeClr val="bg1"/>
                </a:solidFill>
              </a:rPr>
              <a:t>Heneywell</a:t>
            </a:r>
            <a:r>
              <a:rPr lang="es-ES" sz="1500" dirty="0">
                <a:solidFill>
                  <a:schemeClr val="bg1"/>
                </a:solidFill>
              </a:rPr>
              <a:t>…)</a:t>
            </a:r>
          </a:p>
          <a:p>
            <a:pPr lvl="1">
              <a:lnSpc>
                <a:spcPct val="90000"/>
              </a:lnSpc>
            </a:pPr>
            <a:r>
              <a:rPr lang="es-ES" sz="1500" dirty="0">
                <a:solidFill>
                  <a:schemeClr val="bg1"/>
                </a:solidFill>
              </a:rPr>
              <a:t>Serres Cinta(</a:t>
            </a:r>
            <a:r>
              <a:rPr lang="es-ES" sz="1500" dirty="0" err="1">
                <a:solidFill>
                  <a:schemeClr val="bg1"/>
                </a:solidFill>
              </a:rPr>
              <a:t>Carn</a:t>
            </a:r>
            <a:r>
              <a:rPr lang="es-ES" sz="1500" dirty="0">
                <a:solidFill>
                  <a:schemeClr val="bg1"/>
                </a:solidFill>
              </a:rPr>
              <a:t>, </a:t>
            </a:r>
            <a:r>
              <a:rPr lang="es-ES" sz="1500" dirty="0" err="1">
                <a:solidFill>
                  <a:schemeClr val="bg1"/>
                </a:solidFill>
              </a:rPr>
              <a:t>Òs</a:t>
            </a:r>
            <a:r>
              <a:rPr lang="es-ES" sz="1500" dirty="0">
                <a:solidFill>
                  <a:schemeClr val="bg1"/>
                </a:solidFill>
              </a:rPr>
              <a:t>, </a:t>
            </a:r>
            <a:r>
              <a:rPr lang="es-ES" sz="1500" dirty="0" err="1">
                <a:solidFill>
                  <a:schemeClr val="bg1"/>
                </a:solidFill>
              </a:rPr>
              <a:t>Congelat</a:t>
            </a:r>
            <a:r>
              <a:rPr lang="es-ES" sz="1500" dirty="0">
                <a:solidFill>
                  <a:schemeClr val="bg1"/>
                </a:solidFill>
              </a:rPr>
              <a:t>…)</a:t>
            </a:r>
          </a:p>
          <a:p>
            <a:pPr lvl="1">
              <a:lnSpc>
                <a:spcPct val="90000"/>
              </a:lnSpc>
            </a:pPr>
            <a:r>
              <a:rPr lang="es-ES" sz="1500" dirty="0" err="1">
                <a:solidFill>
                  <a:schemeClr val="bg1"/>
                </a:solidFill>
              </a:rPr>
              <a:t>Recanvis</a:t>
            </a:r>
            <a:r>
              <a:rPr lang="es-ES" sz="1500" dirty="0">
                <a:solidFill>
                  <a:schemeClr val="bg1"/>
                </a:solidFill>
              </a:rPr>
              <a:t> </a:t>
            </a:r>
            <a:r>
              <a:rPr lang="es-ES" sz="1500" dirty="0" err="1">
                <a:solidFill>
                  <a:schemeClr val="bg1"/>
                </a:solidFill>
              </a:rPr>
              <a:t>Wizzard</a:t>
            </a:r>
            <a:r>
              <a:rPr lang="es-ES" sz="1500" dirty="0">
                <a:solidFill>
                  <a:schemeClr val="bg1"/>
                </a:solidFill>
              </a:rPr>
              <a:t>, Ibex…</a:t>
            </a:r>
          </a:p>
          <a:p>
            <a:pPr lvl="1">
              <a:lnSpc>
                <a:spcPct val="90000"/>
              </a:lnSpc>
            </a:pPr>
            <a:r>
              <a:rPr lang="es-ES" sz="1500" dirty="0" err="1">
                <a:solidFill>
                  <a:schemeClr val="bg1"/>
                </a:solidFill>
              </a:rPr>
              <a:t>Ganivetes</a:t>
            </a:r>
            <a:r>
              <a:rPr lang="es-ES" sz="1500" dirty="0">
                <a:solidFill>
                  <a:schemeClr val="bg1"/>
                </a:solidFill>
              </a:rPr>
              <a:t> </a:t>
            </a:r>
            <a:r>
              <a:rPr lang="es-ES" sz="1500" dirty="0" err="1">
                <a:solidFill>
                  <a:schemeClr val="bg1"/>
                </a:solidFill>
              </a:rPr>
              <a:t>Termoformat</a:t>
            </a:r>
            <a:r>
              <a:rPr lang="es-ES" sz="1500" dirty="0">
                <a:solidFill>
                  <a:schemeClr val="bg1"/>
                </a:solidFill>
              </a:rPr>
              <a:t> (</a:t>
            </a:r>
            <a:r>
              <a:rPr lang="es-ES" sz="1500" dirty="0" err="1">
                <a:solidFill>
                  <a:schemeClr val="bg1"/>
                </a:solidFill>
              </a:rPr>
              <a:t>Rectec</a:t>
            </a:r>
            <a:r>
              <a:rPr lang="es-ES" sz="1500" dirty="0">
                <a:solidFill>
                  <a:schemeClr val="bg1"/>
                </a:solidFill>
              </a:rPr>
              <a:t>, </a:t>
            </a:r>
            <a:r>
              <a:rPr lang="es-ES" sz="1500" dirty="0" err="1">
                <a:solidFill>
                  <a:schemeClr val="bg1"/>
                </a:solidFill>
              </a:rPr>
              <a:t>circulars</a:t>
            </a:r>
            <a:r>
              <a:rPr lang="es-ES" sz="1500" dirty="0">
                <a:solidFill>
                  <a:schemeClr val="bg1"/>
                </a:solidFill>
              </a:rPr>
              <a:t>, </a:t>
            </a:r>
            <a:r>
              <a:rPr lang="es-ES" sz="1500" dirty="0" err="1">
                <a:solidFill>
                  <a:schemeClr val="bg1"/>
                </a:solidFill>
              </a:rPr>
              <a:t>punxons</a:t>
            </a:r>
            <a:r>
              <a:rPr lang="es-ES" sz="1500" dirty="0">
                <a:solidFill>
                  <a:schemeClr val="bg1"/>
                </a:solidFill>
              </a:rPr>
              <a:t>…)</a:t>
            </a:r>
          </a:p>
          <a:p>
            <a:pPr lvl="1">
              <a:lnSpc>
                <a:spcPct val="90000"/>
              </a:lnSpc>
            </a:pPr>
            <a:r>
              <a:rPr lang="es-ES" sz="1500" dirty="0" err="1">
                <a:solidFill>
                  <a:schemeClr val="bg1"/>
                </a:solidFill>
              </a:rPr>
              <a:t>Rediamantat</a:t>
            </a:r>
            <a:r>
              <a:rPr lang="es-ES" sz="1500" dirty="0">
                <a:solidFill>
                  <a:schemeClr val="bg1"/>
                </a:solidFill>
              </a:rPr>
              <a:t> de moles</a:t>
            </a:r>
          </a:p>
          <a:p>
            <a:pPr lvl="1">
              <a:lnSpc>
                <a:spcPct val="90000"/>
              </a:lnSpc>
            </a:pPr>
            <a:r>
              <a:rPr lang="es-ES" sz="1500" dirty="0">
                <a:solidFill>
                  <a:schemeClr val="bg1"/>
                </a:solidFill>
              </a:rPr>
              <a:t>Tot </a:t>
            </a:r>
            <a:r>
              <a:rPr lang="es-ES" sz="1500" dirty="0" err="1">
                <a:solidFill>
                  <a:schemeClr val="bg1"/>
                </a:solidFill>
              </a:rPr>
              <a:t>tipus</a:t>
            </a:r>
            <a:r>
              <a:rPr lang="es-ES" sz="1500" dirty="0">
                <a:solidFill>
                  <a:schemeClr val="bg1"/>
                </a:solidFill>
              </a:rPr>
              <a:t> </a:t>
            </a:r>
            <a:r>
              <a:rPr lang="es-ES" sz="1500" dirty="0" err="1">
                <a:solidFill>
                  <a:schemeClr val="bg1"/>
                </a:solidFill>
              </a:rPr>
              <a:t>d’abrasiu</a:t>
            </a:r>
            <a:r>
              <a:rPr lang="es-ES" sz="1500" dirty="0">
                <a:solidFill>
                  <a:schemeClr val="bg1"/>
                </a:solidFill>
              </a:rPr>
              <a:t> (</a:t>
            </a:r>
            <a:r>
              <a:rPr lang="es-ES" sz="1500" dirty="0" err="1">
                <a:solidFill>
                  <a:schemeClr val="bg1"/>
                </a:solidFill>
              </a:rPr>
              <a:t>bandes</a:t>
            </a:r>
            <a:r>
              <a:rPr lang="es-ES" sz="1500" dirty="0">
                <a:solidFill>
                  <a:schemeClr val="bg1"/>
                </a:solidFill>
              </a:rPr>
              <a:t> molas…)</a:t>
            </a:r>
          </a:p>
          <a:p>
            <a:pPr marL="228600" lvl="1" indent="0">
              <a:lnSpc>
                <a:spcPct val="90000"/>
              </a:lnSpc>
              <a:buNone/>
            </a:pPr>
            <a:endParaRPr lang="es-ES" sz="1500" dirty="0">
              <a:solidFill>
                <a:schemeClr val="bg1"/>
              </a:solidFill>
            </a:endParaRPr>
          </a:p>
          <a:p>
            <a:pPr lvl="1">
              <a:lnSpc>
                <a:spcPct val="90000"/>
              </a:lnSpc>
            </a:pPr>
            <a:endParaRPr lang="es-ES" sz="1500" dirty="0">
              <a:solidFill>
                <a:schemeClr val="bg1"/>
              </a:solidFill>
            </a:endParaRPr>
          </a:p>
          <a:p>
            <a:pPr>
              <a:lnSpc>
                <a:spcPct val="90000"/>
              </a:lnSpc>
            </a:pPr>
            <a:endParaRPr lang="es-ES" sz="1500" dirty="0">
              <a:solidFill>
                <a:schemeClr val="bg1"/>
              </a:solidFill>
            </a:endParaRPr>
          </a:p>
        </p:txBody>
      </p:sp>
      <p:pic>
        <p:nvPicPr>
          <p:cNvPr id="14" name="Imagen 13">
            <a:extLst>
              <a:ext uri="{FF2B5EF4-FFF2-40B4-BE49-F238E27FC236}">
                <a16:creationId xmlns:a16="http://schemas.microsoft.com/office/drawing/2014/main" id="{9BA6153B-7566-2828-115E-E91C5EE631D8}"/>
              </a:ext>
            </a:extLst>
          </p:cNvPr>
          <p:cNvPicPr>
            <a:picLocks noChangeAspect="1"/>
          </p:cNvPicPr>
          <p:nvPr/>
        </p:nvPicPr>
        <p:blipFill>
          <a:blip r:embed="rId4"/>
          <a:srcRect l="1448" r="35049" b="-1"/>
          <a:stretch>
            <a:fillRect/>
          </a:stretch>
        </p:blipFill>
        <p:spPr>
          <a:xfrm>
            <a:off x="8421459" y="10"/>
            <a:ext cx="3770541" cy="3428990"/>
          </a:xfrm>
          <a:prstGeom prst="rect">
            <a:avLst/>
          </a:prstGeom>
        </p:spPr>
      </p:pic>
      <p:pic>
        <p:nvPicPr>
          <p:cNvPr id="7" name="Imagen 6">
            <a:extLst>
              <a:ext uri="{FF2B5EF4-FFF2-40B4-BE49-F238E27FC236}">
                <a16:creationId xmlns:a16="http://schemas.microsoft.com/office/drawing/2014/main" id="{A85EECD5-377F-9EE9-BC8D-68BA2103117D}"/>
              </a:ext>
            </a:extLst>
          </p:cNvPr>
          <p:cNvPicPr>
            <a:picLocks noChangeAspect="1"/>
          </p:cNvPicPr>
          <p:nvPr/>
        </p:nvPicPr>
        <p:blipFill>
          <a:blip r:embed="rId5"/>
          <a:srcRect t="4865" b="4194"/>
          <a:stretch>
            <a:fillRect/>
          </a:stretch>
        </p:blipFill>
        <p:spPr>
          <a:xfrm>
            <a:off x="8421441" y="3429000"/>
            <a:ext cx="3770541" cy="3429000"/>
          </a:xfrm>
          <a:prstGeom prst="rect">
            <a:avLst/>
          </a:prstGeom>
        </p:spPr>
      </p:pic>
      <p:sp>
        <p:nvSpPr>
          <p:cNvPr id="4" name="Marcador de pie de página 3">
            <a:extLst>
              <a:ext uri="{FF2B5EF4-FFF2-40B4-BE49-F238E27FC236}">
                <a16:creationId xmlns:a16="http://schemas.microsoft.com/office/drawing/2014/main" id="{3C8936F1-FD65-5296-F7FA-43CE22CF285D}"/>
              </a:ext>
            </a:extLst>
          </p:cNvPr>
          <p:cNvSpPr>
            <a:spLocks noGrp="1"/>
          </p:cNvSpPr>
          <p:nvPr>
            <p:ph type="ftr" sz="quarter" idx="11"/>
          </p:nvPr>
        </p:nvSpPr>
        <p:spPr>
          <a:xfrm>
            <a:off x="5779007" y="6236208"/>
            <a:ext cx="4776478" cy="320040"/>
          </a:xfrm>
        </p:spPr>
        <p:txBody>
          <a:bodyPr>
            <a:normAutofit/>
          </a:bodyPr>
          <a:lstStyle/>
          <a:p>
            <a:pPr algn="r">
              <a:spcAft>
                <a:spcPts val="600"/>
              </a:spcAft>
            </a:pPr>
            <a:r>
              <a:rPr lang="es-ES">
                <a:solidFill>
                  <a:srgbClr val="FFFFFF"/>
                </a:solidFill>
              </a:rPr>
              <a:t>ESMOTEK2026 SL</a:t>
            </a:r>
          </a:p>
        </p:txBody>
      </p:sp>
      <p:pic>
        <p:nvPicPr>
          <p:cNvPr id="1026" name="Picture 2" descr="Cabezal térmico - Cintransfer">
            <a:extLst>
              <a:ext uri="{FF2B5EF4-FFF2-40B4-BE49-F238E27FC236}">
                <a16:creationId xmlns:a16="http://schemas.microsoft.com/office/drawing/2014/main" id="{259BCC58-9987-188A-D7B4-AA25995C2F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9418" r="34020"/>
          <a:stretch>
            <a:fillRect/>
          </a:stretch>
        </p:blipFill>
        <p:spPr bwMode="auto">
          <a:xfrm>
            <a:off x="4650883" y="-10"/>
            <a:ext cx="3770541" cy="3429000"/>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número de diapositiva 4">
            <a:extLst>
              <a:ext uri="{FF2B5EF4-FFF2-40B4-BE49-F238E27FC236}">
                <a16:creationId xmlns:a16="http://schemas.microsoft.com/office/drawing/2014/main" id="{072E8E77-2B95-4736-E4CB-413330FF7CE9}"/>
              </a:ext>
            </a:extLst>
          </p:cNvPr>
          <p:cNvSpPr>
            <a:spLocks noGrp="1"/>
          </p:cNvSpPr>
          <p:nvPr>
            <p:ph type="sldNum" sz="quarter" idx="12"/>
          </p:nvPr>
        </p:nvSpPr>
        <p:spPr>
          <a:xfrm>
            <a:off x="11776353" y="6443300"/>
            <a:ext cx="365760" cy="365760"/>
          </a:xfrm>
        </p:spPr>
        <p:txBody>
          <a:bodyPr>
            <a:normAutofit/>
          </a:bodyPr>
          <a:lstStyle/>
          <a:p>
            <a:pPr>
              <a:lnSpc>
                <a:spcPct val="90000"/>
              </a:lnSpc>
              <a:spcAft>
                <a:spcPts val="600"/>
              </a:spcAft>
            </a:pPr>
            <a:fld id="{95582461-8F8D-46DF-B209-82C863C990CB}" type="slidenum">
              <a:rPr lang="es-ES" smtClean="0"/>
              <a:pPr>
                <a:lnSpc>
                  <a:spcPct val="90000"/>
                </a:lnSpc>
                <a:spcAft>
                  <a:spcPts val="600"/>
                </a:spcAft>
              </a:pPr>
              <a:t>9</a:t>
            </a:fld>
            <a:endParaRPr lang="es-ES"/>
          </a:p>
        </p:txBody>
      </p:sp>
      <p:sp>
        <p:nvSpPr>
          <p:cNvPr id="8" name="Marcador de pie de página 3">
            <a:extLst>
              <a:ext uri="{FF2B5EF4-FFF2-40B4-BE49-F238E27FC236}">
                <a16:creationId xmlns:a16="http://schemas.microsoft.com/office/drawing/2014/main" id="{FE73777E-EDC4-7145-FD16-0760915E047E}"/>
              </a:ext>
            </a:extLst>
          </p:cNvPr>
          <p:cNvSpPr txBox="1">
            <a:spLocks/>
          </p:cNvSpPr>
          <p:nvPr/>
        </p:nvSpPr>
        <p:spPr>
          <a:xfrm>
            <a:off x="56015" y="6454139"/>
            <a:ext cx="5901189" cy="320040"/>
          </a:xfrm>
          <a:prstGeom prst="rect">
            <a:avLst/>
          </a:prstGeom>
        </p:spPr>
        <p:txBody>
          <a:bodyPr vert="horz" lIns="91440" tIns="45720" rIns="91440" bIns="45720" rtlCol="0" anchor="ctr"/>
          <a:lstStyle>
            <a:defPPr>
              <a:defRPr lang="en-US"/>
            </a:defPPr>
            <a:lvl1pPr marL="0" algn="l" defTabSz="457200" rtl="0" eaLnBrk="1" latinLnBrk="0" hangingPunct="1">
              <a:defRPr sz="1050" kern="1200">
                <a:solidFill>
                  <a:schemeClr val="tx1">
                    <a:alpha val="7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s-ES" dirty="0">
                <a:solidFill>
                  <a:srgbClr val="FFFFFF">
                    <a:alpha val="70000"/>
                  </a:srgbClr>
                </a:solidFill>
                <a:latin typeface="Gill Sans MT" panose="020B0502020104020203"/>
              </a:rPr>
              <a:t>ESMOTEK2026 SL</a:t>
            </a:r>
          </a:p>
        </p:txBody>
      </p:sp>
    </p:spTree>
    <p:extLst>
      <p:ext uri="{BB962C8B-B14F-4D97-AF65-F5344CB8AC3E}">
        <p14:creationId xmlns:p14="http://schemas.microsoft.com/office/powerpoint/2010/main" val="1764906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2"/>
          </a:bgClr>
        </a:pattFill>
        <a:effectLst/>
      </p:bgPr>
    </p:bg>
    <p:spTree>
      <p:nvGrpSpPr>
        <p:cNvPr id="1" name="">
          <a:extLst>
            <a:ext uri="{FF2B5EF4-FFF2-40B4-BE49-F238E27FC236}">
              <a16:creationId xmlns:a16="http://schemas.microsoft.com/office/drawing/2014/main" id="{3F75A2E2-9168-A830-499C-D77DF5C80BA3}"/>
            </a:ext>
          </a:extLst>
        </p:cNvPr>
        <p:cNvGrpSpPr/>
        <p:nvPr/>
      </p:nvGrpSpPr>
      <p:grpSpPr>
        <a:xfrm>
          <a:off x="0" y="0"/>
          <a:ext cx="0" cy="0"/>
          <a:chOff x="0" y="0"/>
          <a:chExt cx="0" cy="0"/>
        </a:xfrm>
      </p:grpSpPr>
      <p:sp>
        <p:nvSpPr>
          <p:cNvPr id="7" name="CuadroTexto 6">
            <a:extLst>
              <a:ext uri="{FF2B5EF4-FFF2-40B4-BE49-F238E27FC236}">
                <a16:creationId xmlns:a16="http://schemas.microsoft.com/office/drawing/2014/main" id="{AF8DF252-632D-BEA3-0D6C-E6A5DD027766}"/>
              </a:ext>
            </a:extLst>
          </p:cNvPr>
          <p:cNvSpPr txBox="1"/>
          <p:nvPr/>
        </p:nvSpPr>
        <p:spPr>
          <a:xfrm>
            <a:off x="0" y="3973838"/>
            <a:ext cx="12192000" cy="2554545"/>
          </a:xfrm>
          <a:prstGeom prst="rect">
            <a:avLst/>
          </a:prstGeom>
          <a:noFill/>
        </p:spPr>
        <p:txBody>
          <a:bodyPr wrap="square">
            <a:spAutoFit/>
          </a:bodyPr>
          <a:lstStyle/>
          <a:p>
            <a:pPr algn="ctr"/>
            <a:r>
              <a:rPr lang="ca-ES" sz="8000" dirty="0">
                <a:solidFill>
                  <a:schemeClr val="tx2"/>
                </a:solidFill>
                <a:latin typeface="+mj-lt"/>
              </a:rPr>
              <a:t>El vostre </a:t>
            </a:r>
            <a:r>
              <a:rPr lang="ca-ES" sz="8000" dirty="0" err="1">
                <a:solidFill>
                  <a:schemeClr val="tx2"/>
                </a:solidFill>
                <a:latin typeface="+mj-lt"/>
              </a:rPr>
              <a:t>partner</a:t>
            </a:r>
            <a:r>
              <a:rPr lang="ca-ES" sz="8000" dirty="0">
                <a:solidFill>
                  <a:schemeClr val="tx2"/>
                </a:solidFill>
                <a:latin typeface="+mj-lt"/>
              </a:rPr>
              <a:t> tècnic de confiança.</a:t>
            </a:r>
          </a:p>
        </p:txBody>
      </p:sp>
      <p:sp>
        <p:nvSpPr>
          <p:cNvPr id="3" name="Marcador de pie de página 2">
            <a:extLst>
              <a:ext uri="{FF2B5EF4-FFF2-40B4-BE49-F238E27FC236}">
                <a16:creationId xmlns:a16="http://schemas.microsoft.com/office/drawing/2014/main" id="{E550AD33-8740-4E1F-5C50-8A3E22EB70FE}"/>
              </a:ext>
            </a:extLst>
          </p:cNvPr>
          <p:cNvSpPr>
            <a:spLocks noGrp="1"/>
          </p:cNvSpPr>
          <p:nvPr>
            <p:ph type="ftr" sz="quarter" idx="11"/>
          </p:nvPr>
        </p:nvSpPr>
        <p:spPr>
          <a:xfrm>
            <a:off x="68126" y="6478434"/>
            <a:ext cx="5901189" cy="320040"/>
          </a:xfrm>
        </p:spPr>
        <p:txBody>
          <a:bodyPr/>
          <a:lstStyle/>
          <a:p>
            <a:r>
              <a:rPr lang="es-ES" dirty="0"/>
              <a:t>ESMOTECH2026 SL</a:t>
            </a:r>
          </a:p>
        </p:txBody>
      </p:sp>
      <p:sp>
        <p:nvSpPr>
          <p:cNvPr id="4" name="Marcador de número de diapositiva 3">
            <a:extLst>
              <a:ext uri="{FF2B5EF4-FFF2-40B4-BE49-F238E27FC236}">
                <a16:creationId xmlns:a16="http://schemas.microsoft.com/office/drawing/2014/main" id="{F7911B89-AA4C-FD6D-C4FC-E8ECCA149DEE}"/>
              </a:ext>
            </a:extLst>
          </p:cNvPr>
          <p:cNvSpPr>
            <a:spLocks noGrp="1"/>
          </p:cNvSpPr>
          <p:nvPr>
            <p:ph type="sldNum" sz="quarter" idx="12"/>
          </p:nvPr>
        </p:nvSpPr>
        <p:spPr>
          <a:xfrm>
            <a:off x="11758114" y="6432714"/>
            <a:ext cx="365760" cy="365760"/>
          </a:xfrm>
        </p:spPr>
        <p:txBody>
          <a:bodyPr/>
          <a:lstStyle/>
          <a:p>
            <a:fld id="{95582461-8F8D-46DF-B209-82C863C990CB}" type="slidenum">
              <a:rPr lang="es-ES" smtClean="0"/>
              <a:t>10</a:t>
            </a:fld>
            <a:endParaRPr lang="es-ES"/>
          </a:p>
        </p:txBody>
      </p:sp>
      <p:pic>
        <p:nvPicPr>
          <p:cNvPr id="5" name="Imagen 4">
            <a:extLst>
              <a:ext uri="{FF2B5EF4-FFF2-40B4-BE49-F238E27FC236}">
                <a16:creationId xmlns:a16="http://schemas.microsoft.com/office/drawing/2014/main" id="{F35F2154-C272-2EE2-4D23-92B4960146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74789"/>
            <a:ext cx="12192000" cy="8128000"/>
          </a:xfrm>
          <a:prstGeom prst="rect">
            <a:avLst/>
          </a:prstGeom>
        </p:spPr>
      </p:pic>
    </p:spTree>
    <p:extLst>
      <p:ext uri="{BB962C8B-B14F-4D97-AF65-F5344CB8AC3E}">
        <p14:creationId xmlns:p14="http://schemas.microsoft.com/office/powerpoint/2010/main" val="809911969"/>
      </p:ext>
    </p:extLst>
  </p:cSld>
  <p:clrMapOvr>
    <a:masterClrMapping/>
  </p:clrMapOvr>
</p:sld>
</file>

<file path=ppt/theme/theme1.xml><?xml version="1.0" encoding="utf-8"?>
<a:theme xmlns:a="http://schemas.openxmlformats.org/drawingml/2006/main" name="Paquete">
  <a:themeElements>
    <a:clrScheme name="Paquete">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quet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quete">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2696</TotalTime>
  <Words>868</Words>
  <Application>Microsoft Office PowerPoint</Application>
  <PresentationFormat>Panorámica</PresentationFormat>
  <Paragraphs>102</Paragraphs>
  <Slides>10</Slides>
  <Notes>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Arial</vt:lpstr>
      <vt:lpstr>Audiowide</vt:lpstr>
      <vt:lpstr>Gill Sans MT</vt:lpstr>
      <vt:lpstr>Paquete</vt:lpstr>
      <vt:lpstr>Presentación de PowerPoint</vt:lpstr>
      <vt:lpstr>Presentación de PowerPoint</vt:lpstr>
      <vt:lpstr>Serveis d’ESMOLATS especialitzats per a la indústria alimentària</vt:lpstr>
      <vt:lpstr> esmolem/rectifiquem</vt:lpstr>
      <vt:lpstr>Gamma de productes de tall i solucions innovadores</vt:lpstr>
      <vt:lpstr>PRODUCCIÓ I SUMINISTRAMENT DE GANIVETES</vt:lpstr>
      <vt:lpstr>Presentación de PowerPoint</vt:lpstr>
      <vt:lpstr>DISTRIBUIDOR OFICIAL:      </vt:lpstr>
      <vt:lpstr>ALTRES PRODUCTES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albert cañellas colomer</dc:creator>
  <cp:lastModifiedBy>albert cañellas colomer</cp:lastModifiedBy>
  <cp:revision>25</cp:revision>
  <cp:lastPrinted>2025-11-30T06:12:55Z</cp:lastPrinted>
  <dcterms:created xsi:type="dcterms:W3CDTF">2025-11-28T10:14:29Z</dcterms:created>
  <dcterms:modified xsi:type="dcterms:W3CDTF">2026-05-10T07:01:10Z</dcterms:modified>
</cp:coreProperties>
</file>